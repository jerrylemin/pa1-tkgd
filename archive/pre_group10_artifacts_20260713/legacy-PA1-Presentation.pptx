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6aed6baea24c9d" /><Relationship Type="http://schemas.openxmlformats.org/officeDocument/2006/relationships/extended-properties" Target="/docProps/app.xml" Id="R9c52871690424ddc" /><Relationship Type="http://schemas.openxmlformats.org/officeDocument/2006/relationships/officeDocument" Target="/ppt/presentation.xml" Id="Rcc2afa25a7b64696" /></Relationships>
</file>

<file path=ppt/presentation.xml><?xml version="1.0" encoding="utf-8"?>
<p:presentation xmlns:p="http://schemas.openxmlformats.org/presentationml/2006/main">
  <p:sldMasterIdLst>
    <p:sldMasterId xmlns:r="http://schemas.openxmlformats.org/officeDocument/2006/relationships" id="2147483648" r:id="R31d4d651eb934ea4"/>
  </p:sldMasterIdLst>
  <p:notesMasterIdLst>
    <p:notesMasterId xmlns:r="http://schemas.openxmlformats.org/officeDocument/2006/relationships" r:id="R29273dc7bb28481b"/>
  </p:notesMasterIdLst>
  <p:sldIdLst>
    <p:sldId xmlns:r="http://schemas.openxmlformats.org/officeDocument/2006/relationships" id="256" r:id="Rfbe6787dedf24d4f"/>
    <p:sldId xmlns:r="http://schemas.openxmlformats.org/officeDocument/2006/relationships" id="257" r:id="R6303f50fe8894fb0"/>
    <p:sldId xmlns:r="http://schemas.openxmlformats.org/officeDocument/2006/relationships" id="258" r:id="Rb3f632d3bb3144d6"/>
    <p:sldId xmlns:r="http://schemas.openxmlformats.org/officeDocument/2006/relationships" id="259" r:id="R0d8465f8cf494923"/>
    <p:sldId xmlns:r="http://schemas.openxmlformats.org/officeDocument/2006/relationships" id="260" r:id="R0d60876c0276416a"/>
    <p:sldId xmlns:r="http://schemas.openxmlformats.org/officeDocument/2006/relationships" id="261" r:id="R33131ee2e2884a20"/>
    <p:sldId xmlns:r="http://schemas.openxmlformats.org/officeDocument/2006/relationships" id="262" r:id="Rd1ca6b32dd0b4560"/>
    <p:sldId xmlns:r="http://schemas.openxmlformats.org/officeDocument/2006/relationships" id="263" r:id="R451efadd4a2c4d50"/>
    <p:sldId xmlns:r="http://schemas.openxmlformats.org/officeDocument/2006/relationships" id="264" r:id="Rb269a07dd9e144b2"/>
    <p:sldId xmlns:r="http://schemas.openxmlformats.org/officeDocument/2006/relationships" id="265" r:id="Rc7d960f318f64efc"/>
    <p:sldId xmlns:r="http://schemas.openxmlformats.org/officeDocument/2006/relationships" id="266" r:id="Rd4f6512c329743bd"/>
    <p:sldId xmlns:r="http://schemas.openxmlformats.org/officeDocument/2006/relationships" id="267" r:id="R57c2b20c0c1c4b3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574b7c6cd454ec3" /><Relationship Type="http://schemas.openxmlformats.org/officeDocument/2006/relationships/slideMaster" Target="/ppt/slideMasters/slideMaster1.xml" Id="R31d4d651eb934ea4" /><Relationship Type="http://schemas.openxmlformats.org/officeDocument/2006/relationships/notesMaster" Target="/ppt/notesMasters/notesMaster1.xml" Id="R29273dc7bb28481b" /><Relationship Type="http://schemas.openxmlformats.org/officeDocument/2006/relationships/presProps" Target="/ppt/presProps.xml" Id="Ra2ed1c2ae549475e" /><Relationship Type="http://schemas.openxmlformats.org/officeDocument/2006/relationships/tableStyles" Target="/ppt/tableStyles.xml" Id="Rb501d66f5bca4a5f" /><Relationship Type="http://schemas.openxmlformats.org/officeDocument/2006/relationships/slide" Target="/ppt/slides/slide1.xml" Id="Rfbe6787dedf24d4f" /><Relationship Type="http://schemas.openxmlformats.org/officeDocument/2006/relationships/slide" Target="/ppt/slides/slide2.xml" Id="R6303f50fe8894fb0" /><Relationship Type="http://schemas.openxmlformats.org/officeDocument/2006/relationships/slide" Target="/ppt/slides/slide3.xml" Id="Rb3f632d3bb3144d6" /><Relationship Type="http://schemas.openxmlformats.org/officeDocument/2006/relationships/slide" Target="/ppt/slides/slide4.xml" Id="R0d8465f8cf494923" /><Relationship Type="http://schemas.openxmlformats.org/officeDocument/2006/relationships/slide" Target="/ppt/slides/slide5.xml" Id="R0d60876c0276416a" /><Relationship Type="http://schemas.openxmlformats.org/officeDocument/2006/relationships/slide" Target="/ppt/slides/slide6.xml" Id="R33131ee2e2884a20" /><Relationship Type="http://schemas.openxmlformats.org/officeDocument/2006/relationships/slide" Target="/ppt/slides/slide7.xml" Id="Rd1ca6b32dd0b4560" /><Relationship Type="http://schemas.openxmlformats.org/officeDocument/2006/relationships/slide" Target="/ppt/slides/slide8.xml" Id="R451efadd4a2c4d50" /><Relationship Type="http://schemas.openxmlformats.org/officeDocument/2006/relationships/slide" Target="/ppt/slides/slide9.xml" Id="Rb269a07dd9e144b2" /><Relationship Type="http://schemas.openxmlformats.org/officeDocument/2006/relationships/slide" Target="/ppt/slides/slide10.xml" Id="Rc7d960f318f64efc" /><Relationship Type="http://schemas.openxmlformats.org/officeDocument/2006/relationships/slide" Target="/ppt/slides/slide11.xml" Id="Rd4f6512c329743bd" /><Relationship Type="http://schemas.openxmlformats.org/officeDocument/2006/relationships/slide" Target="/ppt/slides/slide12.xml" Id="R57c2b20c0c1c4b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c19c269a5b48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89e53e890942ba" /><Relationship Type="http://schemas.openxmlformats.org/officeDocument/2006/relationships/notesMaster" Target="/ppt/notesMasters/notesMaster1.xml" Id="R7eb3ff1abb2b43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53612e8eb9478d" /><Relationship Type="http://schemas.openxmlformats.org/officeDocument/2006/relationships/notesMaster" Target="/ppt/notesMasters/notesMaster1.xml" Id="R3953a685cb2d4f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f2488ff39c47e0" /><Relationship Type="http://schemas.openxmlformats.org/officeDocument/2006/relationships/notesMaster" Target="/ppt/notesMasters/notesMaster1.xml" Id="R0ae28e8200034d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36700f5e354d8a" /><Relationship Type="http://schemas.openxmlformats.org/officeDocument/2006/relationships/notesMaster" Target="/ppt/notesMasters/notesMaster1.xml" Id="Re2d8212f75fa4f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4af872c710495e" /><Relationship Type="http://schemas.openxmlformats.org/officeDocument/2006/relationships/notesMaster" Target="/ppt/notesMasters/notesMaster1.xml" Id="Rb9324a31811a43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8903a5a8eb4e69" /><Relationship Type="http://schemas.openxmlformats.org/officeDocument/2006/relationships/notesMaster" Target="/ppt/notesMasters/notesMaster1.xml" Id="R729ed2cc788c4a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9265279a6541c7" /><Relationship Type="http://schemas.openxmlformats.org/officeDocument/2006/relationships/notesMaster" Target="/ppt/notesMasters/notesMaster1.xml" Id="Rfac697748cd843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79516b4eea4a30" /><Relationship Type="http://schemas.openxmlformats.org/officeDocument/2006/relationships/notesMaster" Target="/ppt/notesMasters/notesMaster1.xml" Id="Recaa0db1574847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2d30b0ecbdbb442b" /><Relationship Type="http://schemas.openxmlformats.org/officeDocument/2006/relationships/notesMaster" Target="/ppt/notesMasters/notesMaster1.xml" Id="Rbf5e9005deeb48c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2a02909c03a4c42" /><Relationship Type="http://schemas.openxmlformats.org/officeDocument/2006/relationships/notesMaster" Target="/ppt/notesMasters/notesMaster1.xml" Id="Rf3dd067381a8451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f1a8a187879401c" /><Relationship Type="http://schemas.openxmlformats.org/officeDocument/2006/relationships/notesMaster" Target="/ppt/notesMasters/notesMaster1.xml" Id="Raadc9e13a00c439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ce2dd2be6604970" /><Relationship Type="http://schemas.openxmlformats.org/officeDocument/2006/relationships/notesMaster" Target="/ppt/notesMasters/notesMaster1.xml" Id="R64afd4e04a2c4e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này xác định ba nhóm Website interactive users chính của FIFA.com. Người xem thông thường cần thông tin nhanh, người theo dõi giải cần lịch và diễn biến, còn người làm nội dung cần nguồn chính thức có thể kiểm chứng. Góc nhìn HCI quan trọng vì cùng một trang chủ nhưng mục tiêu, bối cảnh và khó khăn của họ khác nhau. Ảnh chụp cho thấy mật độ nội dung lớn, từ đó dẫn sang các Use Cases cụ thể ở slide tiếp theo.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Bốn Use Cases này chuyển nhu cầu thành đường tương tác có thể quan sát. Mỗi dòng bắt đầu bằng Trigger, đi qua Interaction path và kết thúc bằng Success outcome. Trong HCI, một tác vụ tốt cần Visibility rõ và Feedback đủ để người dùng biết mình đang đi đúng hướng. Bằng chứng Match Centre minh họa use case có tần suất cao nhất. Sau khi thấy luồng tác vụ, chúng ta đánh giá những điểm FIFA.com đang hỗ trợ tốt.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FIFA.com có bốn Benefits nổi bật khi xét theo nhu cầu người dùng. Nguồn chính thức tạo niềm tin; Match Centre gom trạng thái trận; trang giải giữ đúng ngữ cảnh; và responsive hỗ trợ chuyển thiết bị. Các thành phần UI này giảm việc phải nhớ và tăng Visibility, Feedback cùng Recognition over recall. Ví dụ, người theo dõi giải có thể kiểm tra lịch rồi mở tin liên quan mà không phải dựng lại bối cảnh. Tuy vậy, lợi ích không xóa được các điểm ma sát ở slide Drawbacks.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Năm Drawbacks tập trung vào tình huống gây khó khăn chứ không chỉ mô tả giao diện. Điều hướng tầng sâu và trang chủ dày làm tăng Cognitive load; search khó thấy làm giảm Recognition over recall; handoff FIFA+ có thể mất tính liên tục; media nặng làm phản hồi chậm. Mức nghiêm trọng cao dành cho vấn đề trực tiếp cản tác vụ phổ biến hoặc làm người dùng bỏ cuộc. Ảnh mobile cho thấy không gian hạn chế khiến mật độ này rõ hơn. Slide tiếp theo đặt các nhược điểm vào ba tình huống người dùng cụ thể.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 tình huống này cho thấy cùng một cấu trúc có thể tạo ra tác động khác nhau theo persona. Casual fan bị chậm vì Visibility thấp, tournament follower mất ngữ cảnh khi sang FIFA+, còn researcher phải nhớ hoặc dò đường đến nguồn chính thức. Đây là các vấn đề HCI có thể thiết kế lại, không phải lỗi năng lực của người dùng. Tác động chung là tăng thời gian, tăng nghi ngờ và tăng khả năng bỏ tác vụ. Vì vậy slide sau đề xuất các sửa đổi trực tiếp trên 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Recommended solution trả lời bốn câu hỏi: sửa vấn đề nào, nguyên nhân HCI là gì, thay đổi UI ra sao và kết quả mong đợi. Quick task bar và search có nhãn tăng Visibility; context handoff giữ Feedback; media controls tăng User control; progressive home giảm Cognitive load. Đây là các thay đổi nhỏ nhưng bám trực tiếp vào use case và bằng chứng đã trình bày. Kết quả cần đo bằng thời gian hoàn thành tác vụ, tỷ lệ tìm đúng và tỷ lệ bỏ trang. Từ đây chúng ta chuyển sang cùng khung phân tích cho Chess.com.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Chess.com cũng có ba nhóm Website interactive users nhưng mục tiêu khác FIFA.com. Beginner cần định hướng học, competitive player cần thao tác nhanh và chính xác, returning player cần tái làm quen với phân tích. Giao diện giàu tính năng đem lại giá trị nhưng cũng tạo Cognitive load khác nhau cho từng nhóm. Ảnh trang chủ cho thấy nhiều điểm vào cạnh tranh sự chú ý. Slide sau chuyển các mục tiêu này thành bốn Use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Bốn Use Cases bao phủ vòng lặp chơi, luyện, học và xem lại. Trigger và Interaction path giúp kiểm tra xem UI có dẫn người dùng đến Success outcome một cách rõ ràng hay không. Bàn cờ là ví dụ mạnh của Direct manipulation vì hành động kéo hoặc chọn quân tạo phản hồi trực tiếp. Puzzle và Game Review bổ sung Feedback sau hành động. Tiếp theo, chúng ta xem các Benefits cụ thể mà hệ sinh thái này tạo 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Chess.com hỗ trợ tốt chu trình hành động và học tập. Play flow giảm bước bắt đầu; bàn cờ dùng Direct manipulation; Game Review tạo Feedback; Puzzles và Study Plans tạo lộ trình. Tác động tích cực là người dùng có thể hành động ngay rồi nhận phản hồi để điều chỉnh. Ví dụ, beginner giải puzzle và hiểu ngay nước đi có đúng hay không. Nhưng số lượng tính năng và độ sâu phân tích cũng tạo ra Drawbacks đáng chú 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Năm Drawbacks này xuất hiện ở các thời điểm nhạy cảm của hành trình. Beginner bị quá tải bởi nhiều lựa chọn; Analysis screen dày; premium gating cắt mạch học; premove thiếu phòng lỗi; Focus Mode khó khám phá. Các vấn đề liên quan trực tiếp đến Cognitive load, Error prevention, Visibility và tính liên tục của Feedback. Mức cao phản ánh nguy cơ làm sai nước hoặc dừng học. Slide tiếp theo cho thấy tác động qua ba tình huống thật cụ thể.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Tình huống thứ nhất là bài toán định hướng: beginner thấy nhiều lựa chọn nhưng không có điểm bắt đầu theo mục tiêu. Tình huống thứ hai là bài toán phòng lỗi: premove hợp lệ ở thời điểm đặt có thể trở thành quyết định yếu sau phản hồi đối thủ. Tình huống thứ ba là bài toán Progressive disclosure khi returning player phải xử lý chart, nhãn nước, engine lines và giới hạn truy cập cùng lúc. Hậu quả trải từ trì hoãn đến thua ván hoặc bỏ phân tích. Slide cuối đề xuất giải pháp theo đúng từng nguyên nhân HCI.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Bảy ý tưởng được gom thành sáu nhóm UI để giữ slide đọc được: goal-based onboarding, personal dashboard, beginner analysis preset, inline glossary, premove queue preview kết hợp fast clear shortcut, và Focus Mode coachmark. Mỗi nhóm nối rõ vấn đề, nguyên nhân HCI, cách sửa và kết quả mong đợi. Beginner được dẫn theo mục tiêu; returning player thấy lớp phân tích đơn giản trước; competitive player nhìn và xoá premove nhanh; mọi người dễ khám phá Focus Mode hơn. Các giải pháp ưu tiên Progressive disclosure, Error prevention, Visibility và Recognition over recall. Đây là điểm kết thúc của phần Chess.com và cũng là bộ đề xuất có thể đưa vào prototype kiểm thử.</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1180fa74b94e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2965ac59944393" /><Relationship Type="http://schemas.openxmlformats.org/officeDocument/2006/relationships/slideLayout" Target="/ppt/slideLayouts/slideLayout1.xml" Id="R097e3dcb0d2b47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7e3dcb0d2b47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6972f06320b4dda" /><Relationship Type="http://schemas.openxmlformats.org/officeDocument/2006/relationships/image" Target="/ppt/media/image.png" Id="R6e224924bae941a1" /><Relationship Type="http://schemas.openxmlformats.org/officeDocument/2006/relationships/notesSlide" Target="/ppt/notesSlides/notesSlide1.xml" Id="Rd11750e53eff4e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c9fa3fe046e45e1" /><Relationship Type="http://schemas.openxmlformats.org/officeDocument/2006/relationships/image" Target="/ppt/media/image2.png" Id="R37ec427787fb484f" /><Relationship Type="http://schemas.openxmlformats.org/officeDocument/2006/relationships/notesSlide" Target="/ppt/notesSlides/notesSlide2.xml" Id="R8a85a97c34d445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c9e9e5d28704988" /><Relationship Type="http://schemas.openxmlformats.org/officeDocument/2006/relationships/image" Target="/ppt/media/image3.png" Id="Rb58a906ffde840dd" /><Relationship Type="http://schemas.openxmlformats.org/officeDocument/2006/relationships/notesSlide" Target="/ppt/notesSlides/notesSlide3.xml" Id="Rea97b77a9a64456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438f2bc6d15407f" /><Relationship Type="http://schemas.openxmlformats.org/officeDocument/2006/relationships/image" Target="/ppt/media/image4.png" Id="R430fc89dffbc4926" /><Relationship Type="http://schemas.openxmlformats.org/officeDocument/2006/relationships/notesSlide" Target="/ppt/notesSlides/notesSlide4.xml" Id="R01f99dcd5a5040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1200c4d97a64ca7" /><Relationship Type="http://schemas.openxmlformats.org/officeDocument/2006/relationships/image" Target="/ppt/media/image5.png" Id="R39452447a6d04194" /><Relationship Type="http://schemas.openxmlformats.org/officeDocument/2006/relationships/notesSlide" Target="/ppt/notesSlides/notesSlide5.xml" Id="R1a94ddce2ea649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06f7a4ae32b40c6" /><Relationship Type="http://schemas.openxmlformats.org/officeDocument/2006/relationships/image" Target="/ppt/media/image6.png" Id="R10842e890a7345f6" /><Relationship Type="http://schemas.openxmlformats.org/officeDocument/2006/relationships/notesSlide" Target="/ppt/notesSlides/notesSlide6.xml" Id="Rbae88ad44ae948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4ed702eb5d34c5b" /><Relationship Type="http://schemas.openxmlformats.org/officeDocument/2006/relationships/image" Target="/ppt/media/image7.png" Id="R28a8cb58b0f94bcf" /><Relationship Type="http://schemas.openxmlformats.org/officeDocument/2006/relationships/notesSlide" Target="/ppt/notesSlides/notesSlide7.xml" Id="R5ffb4714a9604f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a492806a1444b2e" /><Relationship Type="http://schemas.openxmlformats.org/officeDocument/2006/relationships/image" Target="/ppt/media/image8.png" Id="R838a7257b545475e" /><Relationship Type="http://schemas.openxmlformats.org/officeDocument/2006/relationships/notesSlide" Target="/ppt/notesSlides/notesSlide8.xml" Id="R63ec9d8e369741a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dbb3f2fe4284639" /><Relationship Type="http://schemas.openxmlformats.org/officeDocument/2006/relationships/image" Target="/ppt/media/image9.png" Id="R3f129392b9914369" /><Relationship Type="http://schemas.openxmlformats.org/officeDocument/2006/relationships/notesSlide" Target="/ppt/notesSlides/notesSlide9.xml" Id="R8fddc030a6c245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c65e6f5466143e0" /><Relationship Type="http://schemas.openxmlformats.org/officeDocument/2006/relationships/image" Target="/ppt/media/image10.png" Id="Re194f13a51fe42da" /><Relationship Type="http://schemas.openxmlformats.org/officeDocument/2006/relationships/notesSlide" Target="/ppt/notesSlides/notesSlide10.xml" Id="Rb6b5d63a4b0a4c6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7777fb150b24f0f" /><Relationship Type="http://schemas.openxmlformats.org/officeDocument/2006/relationships/image" Target="/ppt/media/image11.png" Id="R850f9f02c7d4407a" /><Relationship Type="http://schemas.openxmlformats.org/officeDocument/2006/relationships/notesSlide" Target="/ppt/notesSlides/notesSlide11.xml" Id="R5a36a77f5c6f44c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e46c3677b7c4c41" /><Relationship Type="http://schemas.openxmlformats.org/officeDocument/2006/relationships/image" Target="/ppt/media/image12.png" Id="R9c363dbf8cd545b0" /><Relationship Type="http://schemas.openxmlformats.org/officeDocument/2006/relationships/notesSlide" Target="/ppt/notesSlides/notesSlide12.xml" Id="Rce37fe65891545de"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909B2C8-E2B8-4431-85F1-0FAD2D47EA58}"/>
              </a:ext>
            </a:extLst>
          </p:cNvPr>
          <p:cNvSpPr>
            <a:spLocks xmlns:a="http://schemas.openxmlformats.org/drawingml/2006/main" noGrp="1"/>
          </p:cNvSpPr>
          <p:nvPr/>
        </p:nvSpPr>
        <p:spPr>
          <a:xfrm xmlns:a="http://schemas.openxmlformats.org/drawingml/2006/main">
            <a:off x="609600" y="2286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326295"/>
                </a:solidFill>
              </a:defRPr>
            </a:pPr>
            <a:r>
              <a:rPr sz="1050" b="1">
                <a:solidFill>
                  <a:srgbClr val="326295"/>
                </a:solidFill>
              </a:rPr>
              <a:t>WEBSITE INTERACTIVE USERS</a:t>
            </a:r>
          </a:p>
        </p:txBody>
      </p:sp>
      <p:sp>
        <p:nvSpPr>
          <p:cNvPr id="2" name="">
            <a:extLst xmlns:a="http://schemas.openxmlformats.org/drawingml/2006/main">
              <a:ext uri="{FF2B5EF4-FFF2-40B4-BE49-F238E27FC236}">
                <a16:creationId xmlns:a16="http://schemas.microsoft.com/office/drawing/2014/main" id="{E7090077-C915-4E49-B317-64363EB6E4AF}"/>
              </a:ext>
            </a:extLst>
          </p:cNvPr>
          <p:cNvSpPr>
            <a:spLocks xmlns:a="http://schemas.openxmlformats.org/drawingml/2006/main" noGrp="1"/>
          </p:cNvSpPr>
          <p:nvPr/>
        </p:nvSpPr>
        <p:spPr>
          <a:xfrm xmlns:a="http://schemas.openxmlformats.org/drawingml/2006/main">
            <a:off x="609600" y="5143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02A43"/>
                </a:solidFill>
              </a:defRPr>
            </a:pPr>
            <a:r>
              <a:rPr sz="2700" b="1">
                <a:solidFill>
                  <a:srgbClr val="102A43"/>
                </a:solidFill>
              </a:rPr>
              <a:t>Website interactive users, FIFA.com</a:t>
            </a:r>
          </a:p>
        </p:txBody>
      </p:sp>
      <p:sp>
        <p:nvSpPr>
          <p:cNvPr id="3" name="">
            <a:extLst xmlns:a="http://schemas.openxmlformats.org/drawingml/2006/main">
              <a:ext uri="{FF2B5EF4-FFF2-40B4-BE49-F238E27FC236}">
                <a16:creationId xmlns:a16="http://schemas.microsoft.com/office/drawing/2014/main" id="{7F6FA186-2556-4D0C-A412-BCBC39E0B6FB}"/>
              </a:ext>
            </a:extLst>
          </p:cNvPr>
          <p:cNvSpPr>
            <a:spLocks xmlns:a="http://schemas.openxmlformats.org/drawingml/2006/main" noGrp="1"/>
          </p:cNvSpPr>
          <p:nvPr/>
        </p:nvSpPr>
        <p:spPr>
          <a:xfrm xmlns:a="http://schemas.openxmlformats.org/drawingml/2006/main">
            <a:off x="11049000" y="2667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1">
                <a:solidFill>
                  <a:srgbClr val="326295"/>
                </a:solidFill>
              </a:defRPr>
            </a:pPr>
            <a:r>
              <a:rPr sz="1200" b="1">
                <a:solidFill>
                  <a:srgbClr val="326295"/>
                </a:solidFill>
              </a:rPr>
              <a:t>01</a:t>
            </a:r>
          </a:p>
        </p:txBody>
      </p:sp>
      <p:sp>
        <p:nvSpPr>
          <p:cNvPr id="4" name="">
            <a:extLst xmlns:a="http://schemas.openxmlformats.org/drawingml/2006/main">
              <a:ext uri="{FF2B5EF4-FFF2-40B4-BE49-F238E27FC236}">
                <a16:creationId xmlns:a16="http://schemas.microsoft.com/office/drawing/2014/main" id="{5016672A-8CD0-4CDA-A4A2-59CB7E5C5E08}"/>
              </a:ext>
            </a:extLst>
          </p:cNvPr>
          <p:cNvSpPr>
            <a:spLocks xmlns:a="http://schemas.openxmlformats.org/drawingml/2006/main" noGrp="1"/>
          </p:cNvSpPr>
          <p:nvPr/>
        </p:nvSpPr>
        <p:spPr>
          <a:xfrm xmlns:a="http://schemas.openxmlformats.org/drawingml/2006/main">
            <a:off x="609600" y="1123950"/>
            <a:ext cx="876300" cy="38100"/>
          </a:xfrm>
          <a:prstGeom xmlns:a="http://schemas.openxmlformats.org/drawingml/2006/main" prst="rect">
            <a:avLst/>
          </a:prstGeom>
          <a:solidFill xmlns:a="http://schemas.openxmlformats.org/drawingml/2006/main">
            <a:srgbClr val="326295"/>
          </a:solidFill>
          <a:ln xmlns:a="http://schemas.openxmlformats.org/drawingml/2006/main" w="0">
            <a:solidFill>
              <a:srgbClr val="326295"/>
            </a:solidFill>
            <a:prstDash val="solid"/>
          </a:ln>
        </p:spPr>
      </p:sp>
      <p:sp>
        <p:nvSpPr>
          <p:cNvPr id="5" name="">
            <a:extLst xmlns:a="http://schemas.openxmlformats.org/drawingml/2006/main">
              <a:ext uri="{FF2B5EF4-FFF2-40B4-BE49-F238E27FC236}">
                <a16:creationId xmlns:a16="http://schemas.microsoft.com/office/drawing/2014/main" id="{830FA914-C13B-4A0E-84B3-CFF3666DDA3D}"/>
              </a:ext>
            </a:extLst>
          </p:cNvPr>
          <p:cNvSpPr>
            <a:spLocks xmlns:a="http://schemas.openxmlformats.org/drawingml/2006/main" noGrp="1"/>
          </p:cNvSpPr>
          <p:nvPr/>
        </p:nvSpPr>
        <p:spPr>
          <a:xfrm xmlns:a="http://schemas.openxmlformats.org/drawingml/2006/main">
            <a:off x="609600" y="6572250"/>
            <a:ext cx="4000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4748B"/>
                </a:solidFill>
              </a:defRPr>
            </a:pPr>
            <a:r>
              <a:rPr sz="825" b="0">
                <a:solidFill>
                  <a:srgbClr val="64748B"/>
                </a:solidFill>
              </a:rPr>
              <a:t>HCI • PA1 • FIFA.com</a:t>
            </a:r>
          </a:p>
        </p:txBody>
      </p:sp>
      <p:sp>
        <p:nvSpPr>
          <p:cNvPr id="6" name="">
            <a:extLst xmlns:a="http://schemas.openxmlformats.org/drawingml/2006/main">
              <a:ext uri="{FF2B5EF4-FFF2-40B4-BE49-F238E27FC236}">
                <a16:creationId xmlns:a16="http://schemas.microsoft.com/office/drawing/2014/main" id="{3D78E83F-D915-4D28-89E0-659F8BA79522}"/>
              </a:ext>
            </a:extLst>
          </p:cNvPr>
          <p:cNvSpPr>
            <a:spLocks xmlns:a="http://schemas.openxmlformats.org/drawingml/2006/main" noGrp="1"/>
          </p:cNvSpPr>
          <p:nvPr/>
        </p:nvSpPr>
        <p:spPr>
          <a:xfrm xmlns:a="http://schemas.openxmlformats.org/drawingml/2006/main">
            <a:off x="10668000" y="657225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4748B"/>
                </a:solidFill>
              </a:defRPr>
            </a:pPr>
            <a:r>
              <a:rPr sz="825" b="0">
                <a:solidFill>
                  <a:srgbClr val="64748B"/>
                </a:solidFill>
              </a:rPr>
              <a:t>1 / 12</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6e224924bae941a1"/>
          <a:stretch xmlns:a="http://schemas.openxmlformats.org/drawingml/2006/main"/>
        </p:blipFill>
        <p:spPr>
          <a:xfrm xmlns:a="http://schemas.openxmlformats.org/drawingml/2006/main">
            <a:off x="7905750" y="2371460"/>
            <a:ext cx="3676650" cy="2553229"/>
          </a:xfrm>
          <a:prstGeom xmlns:a="http://schemas.openxmlformats.org/drawingml/2006/main" prst="roundRect">
            <a:avLst>
              <a:gd name="adj" fmla="val 3109"/>
            </a:avLst>
          </a:prstGeom>
        </p:spPr>
      </p:pic>
      <p:sp>
        <p:nvSpPr>
          <p:cNvPr id="8" name="">
            <a:extLst xmlns:a="http://schemas.openxmlformats.org/drawingml/2006/main">
              <a:ext uri="{FF2B5EF4-FFF2-40B4-BE49-F238E27FC236}">
                <a16:creationId xmlns:a16="http://schemas.microsoft.com/office/drawing/2014/main" id="{54A72226-901F-47B2-A4BB-2D6A8DB56156}"/>
              </a:ext>
            </a:extLst>
          </p:cNvPr>
          <p:cNvSpPr>
            <a:spLocks xmlns:a="http://schemas.openxmlformats.org/drawingml/2006/main" noGrp="1"/>
          </p:cNvSpPr>
          <p:nvPr/>
        </p:nvSpPr>
        <p:spPr>
          <a:xfrm xmlns:a="http://schemas.openxmlformats.org/drawingml/2006/main">
            <a:off x="609600" y="1390650"/>
            <a:ext cx="695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326295"/>
                </a:solidFill>
              </a:defRPr>
            </a:pPr>
            <a:r>
              <a:rPr sz="1050" b="1">
                <a:solidFill>
                  <a:srgbClr val="326295"/>
                </a:solidFill>
              </a:rPr>
              <a:t>Nhóm user   •   Mục tiêu   •   Bối cảnh   •   Khó khăn chính</a:t>
            </a:r>
          </a:p>
        </p:txBody>
      </p:sp>
      <p:sp>
        <p:nvSpPr>
          <p:cNvPr id="9" name="">
            <a:extLst xmlns:a="http://schemas.openxmlformats.org/drawingml/2006/main">
              <a:ext uri="{FF2B5EF4-FFF2-40B4-BE49-F238E27FC236}">
                <a16:creationId xmlns:a16="http://schemas.microsoft.com/office/drawing/2014/main" id="{F76EAD21-870A-47A5-99D4-F23EE9BD6315}"/>
              </a:ext>
            </a:extLst>
          </p:cNvPr>
          <p:cNvSpPr>
            <a:spLocks xmlns:a="http://schemas.openxmlformats.org/drawingml/2006/main" noGrp="1"/>
          </p:cNvSpPr>
          <p:nvPr/>
        </p:nvSpPr>
        <p:spPr>
          <a:xfrm xmlns:a="http://schemas.openxmlformats.org/drawingml/2006/main">
            <a:off x="609600" y="1790700"/>
            <a:ext cx="69532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8E0E8"/>
            </a:solidFill>
            <a:prstDash val="solid"/>
          </a:ln>
        </p:spPr>
      </p:sp>
      <p:sp>
        <p:nvSpPr>
          <p:cNvPr id="10" name="">
            <a:extLst xmlns:a="http://schemas.openxmlformats.org/drawingml/2006/main">
              <a:ext uri="{FF2B5EF4-FFF2-40B4-BE49-F238E27FC236}">
                <a16:creationId xmlns:a16="http://schemas.microsoft.com/office/drawing/2014/main" id="{F76B82E2-DAE0-455D-BF1F-2BBA4E87D4E1}"/>
              </a:ext>
            </a:extLst>
          </p:cNvPr>
          <p:cNvSpPr>
            <a:spLocks xmlns:a="http://schemas.openxmlformats.org/drawingml/2006/main" noGrp="1"/>
          </p:cNvSpPr>
          <p:nvPr/>
        </p:nvSpPr>
        <p:spPr>
          <a:xfrm xmlns:a="http://schemas.openxmlformats.org/drawingml/2006/main">
            <a:off x="781050" y="1885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02A43"/>
                </a:solidFill>
              </a:defRPr>
            </a:pPr>
            <a:r>
              <a:rPr sz="1350" b="1">
                <a:solidFill>
                  <a:srgbClr val="102A43"/>
                </a:solidFill>
              </a:rPr>
              <a:t>Casual football fan</a:t>
            </a:r>
          </a:p>
        </p:txBody>
      </p:sp>
      <p:sp>
        <p:nvSpPr>
          <p:cNvPr id="11" name="">
            <a:extLst xmlns:a="http://schemas.openxmlformats.org/drawingml/2006/main">
              <a:ext uri="{FF2B5EF4-FFF2-40B4-BE49-F238E27FC236}">
                <a16:creationId xmlns:a16="http://schemas.microsoft.com/office/drawing/2014/main" id="{4E5E6E34-689A-4A89-9F75-5291ABF4DA9F}"/>
              </a:ext>
            </a:extLst>
          </p:cNvPr>
          <p:cNvSpPr>
            <a:spLocks xmlns:a="http://schemas.openxmlformats.org/drawingml/2006/main" noGrp="1"/>
          </p:cNvSpPr>
          <p:nvPr/>
        </p:nvSpPr>
        <p:spPr>
          <a:xfrm xmlns:a="http://schemas.openxmlformats.org/drawingml/2006/main">
            <a:off x="2647950" y="188595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326295"/>
                </a:solidFill>
              </a:defRPr>
            </a:pPr>
            <a:r>
              <a:rPr sz="900" b="1">
                <a:solidFill>
                  <a:srgbClr val="326295"/>
                </a:solidFill>
              </a:rPr>
              <a:t>Mục tiêu</a:t>
            </a:r>
          </a:p>
        </p:txBody>
      </p:sp>
      <p:sp>
        <p:nvSpPr>
          <p:cNvPr id="12" name="">
            <a:extLst xmlns:a="http://schemas.openxmlformats.org/drawingml/2006/main">
              <a:ext uri="{FF2B5EF4-FFF2-40B4-BE49-F238E27FC236}">
                <a16:creationId xmlns:a16="http://schemas.microsoft.com/office/drawing/2014/main" id="{6DD83F40-AB80-42AF-99E4-55718A792A0A}"/>
              </a:ext>
            </a:extLst>
          </p:cNvPr>
          <p:cNvSpPr>
            <a:spLocks xmlns:a="http://schemas.openxmlformats.org/drawingml/2006/main" noGrp="1"/>
          </p:cNvSpPr>
          <p:nvPr/>
        </p:nvSpPr>
        <p:spPr>
          <a:xfrm xmlns:a="http://schemas.openxmlformats.org/drawingml/2006/main">
            <a:off x="2647950" y="2114550"/>
            <a:ext cx="209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02A43"/>
                </a:solidFill>
              </a:defRPr>
            </a:pPr>
            <a:r>
              <a:rPr sz="1125" b="0">
                <a:solidFill>
                  <a:srgbClr val="102A43"/>
                </a:solidFill>
              </a:rPr>
              <a:t>Xem nhanh tin và trận nổi bật</a:t>
            </a:r>
          </a:p>
        </p:txBody>
      </p:sp>
      <p:sp>
        <p:nvSpPr>
          <p:cNvPr id="13" name="">
            <a:extLst xmlns:a="http://schemas.openxmlformats.org/drawingml/2006/main">
              <a:ext uri="{FF2B5EF4-FFF2-40B4-BE49-F238E27FC236}">
                <a16:creationId xmlns:a16="http://schemas.microsoft.com/office/drawing/2014/main" id="{B03F13CD-233E-47A7-837E-B113DF3443F1}"/>
              </a:ext>
            </a:extLst>
          </p:cNvPr>
          <p:cNvSpPr>
            <a:spLocks xmlns:a="http://schemas.openxmlformats.org/drawingml/2006/main" noGrp="1"/>
          </p:cNvSpPr>
          <p:nvPr/>
        </p:nvSpPr>
        <p:spPr>
          <a:xfrm xmlns:a="http://schemas.openxmlformats.org/drawingml/2006/main">
            <a:off x="4876800" y="188595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326295"/>
                </a:solidFill>
              </a:defRPr>
            </a:pPr>
            <a:r>
              <a:rPr sz="900" b="1">
                <a:solidFill>
                  <a:srgbClr val="326295"/>
                </a:solidFill>
              </a:rPr>
              <a:t>Bối cảnh</a:t>
            </a:r>
          </a:p>
        </p:txBody>
      </p:sp>
      <p:sp>
        <p:nvSpPr>
          <p:cNvPr id="14" name="">
            <a:extLst xmlns:a="http://schemas.openxmlformats.org/drawingml/2006/main">
              <a:ext uri="{FF2B5EF4-FFF2-40B4-BE49-F238E27FC236}">
                <a16:creationId xmlns:a16="http://schemas.microsoft.com/office/drawing/2014/main" id="{FB81A624-BDCF-4949-A18C-484C45204642}"/>
              </a:ext>
            </a:extLst>
          </p:cNvPr>
          <p:cNvSpPr>
            <a:spLocks xmlns:a="http://schemas.openxmlformats.org/drawingml/2006/main" noGrp="1"/>
          </p:cNvSpPr>
          <p:nvPr/>
        </p:nvSpPr>
        <p:spPr>
          <a:xfrm xmlns:a="http://schemas.openxmlformats.org/drawingml/2006/main">
            <a:off x="4876800" y="2114550"/>
            <a:ext cx="1123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02A43"/>
                </a:solidFill>
              </a:defRPr>
            </a:pPr>
            <a:r>
              <a:rPr sz="1050" b="0">
                <a:solidFill>
                  <a:srgbClr val="102A43"/>
                </a:solidFill>
              </a:rPr>
              <a:t>Mobile, thời gian ngắn</a:t>
            </a:r>
          </a:p>
        </p:txBody>
      </p:sp>
      <p:sp>
        <p:nvSpPr>
          <p:cNvPr id="15" name="">
            <a:extLst xmlns:a="http://schemas.openxmlformats.org/drawingml/2006/main">
              <a:ext uri="{FF2B5EF4-FFF2-40B4-BE49-F238E27FC236}">
                <a16:creationId xmlns:a16="http://schemas.microsoft.com/office/drawing/2014/main" id="{16DF3B5B-BE61-43C8-88E7-391E1E7025E8}"/>
              </a:ext>
            </a:extLst>
          </p:cNvPr>
          <p:cNvSpPr>
            <a:spLocks xmlns:a="http://schemas.openxmlformats.org/drawingml/2006/main" noGrp="1"/>
          </p:cNvSpPr>
          <p:nvPr/>
        </p:nvSpPr>
        <p:spPr>
          <a:xfrm xmlns:a="http://schemas.openxmlformats.org/drawingml/2006/main">
            <a:off x="6134100" y="188595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326295"/>
                </a:solidFill>
              </a:defRPr>
            </a:pPr>
            <a:r>
              <a:rPr sz="900" b="1">
                <a:solidFill>
                  <a:srgbClr val="326295"/>
                </a:solidFill>
              </a:rPr>
              <a:t>Khó khăn</a:t>
            </a:r>
          </a:p>
        </p:txBody>
      </p:sp>
      <p:sp>
        <p:nvSpPr>
          <p:cNvPr id="16" name="">
            <a:extLst xmlns:a="http://schemas.openxmlformats.org/drawingml/2006/main">
              <a:ext uri="{FF2B5EF4-FFF2-40B4-BE49-F238E27FC236}">
                <a16:creationId xmlns:a16="http://schemas.microsoft.com/office/drawing/2014/main" id="{45A1C2B8-AC7A-42BC-B05C-26D3864E4639}"/>
              </a:ext>
            </a:extLst>
          </p:cNvPr>
          <p:cNvSpPr>
            <a:spLocks xmlns:a="http://schemas.openxmlformats.org/drawingml/2006/main" noGrp="1"/>
          </p:cNvSpPr>
          <p:nvPr/>
        </p:nvSpPr>
        <p:spPr>
          <a:xfrm xmlns:a="http://schemas.openxmlformats.org/drawingml/2006/main">
            <a:off x="6134100" y="211455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02A43"/>
                </a:solidFill>
              </a:defRPr>
            </a:pPr>
            <a:r>
              <a:rPr sz="1050" b="0">
                <a:solidFill>
                  <a:srgbClr val="102A43"/>
                </a:solidFill>
              </a:rPr>
              <a:t>Trang chủ nhiều khối nội dung</a:t>
            </a:r>
          </a:p>
        </p:txBody>
      </p:sp>
      <p:sp>
        <p:nvSpPr>
          <p:cNvPr id="17" name="">
            <a:extLst xmlns:a="http://schemas.openxmlformats.org/drawingml/2006/main">
              <a:ext uri="{FF2B5EF4-FFF2-40B4-BE49-F238E27FC236}">
                <a16:creationId xmlns:a16="http://schemas.microsoft.com/office/drawing/2014/main" id="{5B7D1EEC-5A4D-4837-A5E2-5D56F497DA19}"/>
              </a:ext>
            </a:extLst>
          </p:cNvPr>
          <p:cNvSpPr>
            <a:spLocks xmlns:a="http://schemas.openxmlformats.org/drawingml/2006/main" noGrp="1"/>
          </p:cNvSpPr>
          <p:nvPr/>
        </p:nvSpPr>
        <p:spPr>
          <a:xfrm xmlns:a="http://schemas.openxmlformats.org/drawingml/2006/main">
            <a:off x="609600" y="3124200"/>
            <a:ext cx="69532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8E0E8"/>
            </a:solidFill>
            <a:prstDash val="solid"/>
          </a:ln>
        </p:spPr>
      </p:sp>
      <p:sp>
        <p:nvSpPr>
          <p:cNvPr id="18" name="">
            <a:extLst xmlns:a="http://schemas.openxmlformats.org/drawingml/2006/main">
              <a:ext uri="{FF2B5EF4-FFF2-40B4-BE49-F238E27FC236}">
                <a16:creationId xmlns:a16="http://schemas.microsoft.com/office/drawing/2014/main" id="{C1D01233-B9FC-48B7-A94B-2C0852DDC12C}"/>
              </a:ext>
            </a:extLst>
          </p:cNvPr>
          <p:cNvSpPr>
            <a:spLocks xmlns:a="http://schemas.openxmlformats.org/drawingml/2006/main" noGrp="1"/>
          </p:cNvSpPr>
          <p:nvPr/>
        </p:nvSpPr>
        <p:spPr>
          <a:xfrm xmlns:a="http://schemas.openxmlformats.org/drawingml/2006/main">
            <a:off x="781050" y="32194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02A43"/>
                </a:solidFill>
              </a:defRPr>
            </a:pPr>
            <a:r>
              <a:rPr sz="1350" b="1">
                <a:solidFill>
                  <a:srgbClr val="102A43"/>
                </a:solidFill>
              </a:rPr>
              <a:t>Tournament follower</a:t>
            </a:r>
          </a:p>
        </p:txBody>
      </p:sp>
      <p:sp>
        <p:nvSpPr>
          <p:cNvPr id="19" name="">
            <a:extLst xmlns:a="http://schemas.openxmlformats.org/drawingml/2006/main">
              <a:ext uri="{FF2B5EF4-FFF2-40B4-BE49-F238E27FC236}">
                <a16:creationId xmlns:a16="http://schemas.microsoft.com/office/drawing/2014/main" id="{D058982F-D97E-4C71-A27B-0F9F793850A1}"/>
              </a:ext>
            </a:extLst>
          </p:cNvPr>
          <p:cNvSpPr>
            <a:spLocks xmlns:a="http://schemas.openxmlformats.org/drawingml/2006/main" noGrp="1"/>
          </p:cNvSpPr>
          <p:nvPr/>
        </p:nvSpPr>
        <p:spPr>
          <a:xfrm xmlns:a="http://schemas.openxmlformats.org/drawingml/2006/main">
            <a:off x="2647950" y="321945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326295"/>
                </a:solidFill>
              </a:defRPr>
            </a:pPr>
            <a:r>
              <a:rPr sz="900" b="1">
                <a:solidFill>
                  <a:srgbClr val="326295"/>
                </a:solidFill>
              </a:rPr>
              <a:t>Mục tiêu</a:t>
            </a:r>
          </a:p>
        </p:txBody>
      </p:sp>
      <p:sp>
        <p:nvSpPr>
          <p:cNvPr id="20" name="">
            <a:extLst xmlns:a="http://schemas.openxmlformats.org/drawingml/2006/main">
              <a:ext uri="{FF2B5EF4-FFF2-40B4-BE49-F238E27FC236}">
                <a16:creationId xmlns:a16="http://schemas.microsoft.com/office/drawing/2014/main" id="{AC5C74E3-4CCA-45FE-99E2-24A47AAA8AC6}"/>
              </a:ext>
            </a:extLst>
          </p:cNvPr>
          <p:cNvSpPr>
            <a:spLocks xmlns:a="http://schemas.openxmlformats.org/drawingml/2006/main" noGrp="1"/>
          </p:cNvSpPr>
          <p:nvPr/>
        </p:nvSpPr>
        <p:spPr>
          <a:xfrm xmlns:a="http://schemas.openxmlformats.org/drawingml/2006/main">
            <a:off x="2647950" y="3448050"/>
            <a:ext cx="209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02A43"/>
                </a:solidFill>
              </a:defRPr>
            </a:pPr>
            <a:r>
              <a:rPr sz="1125" b="0">
                <a:solidFill>
                  <a:srgbClr val="102A43"/>
                </a:solidFill>
              </a:rPr>
              <a:t>Theo lịch và diễn biến giải</a:t>
            </a:r>
          </a:p>
        </p:txBody>
      </p:sp>
      <p:sp>
        <p:nvSpPr>
          <p:cNvPr id="21" name="">
            <a:extLst xmlns:a="http://schemas.openxmlformats.org/drawingml/2006/main">
              <a:ext uri="{FF2B5EF4-FFF2-40B4-BE49-F238E27FC236}">
                <a16:creationId xmlns:a16="http://schemas.microsoft.com/office/drawing/2014/main" id="{ED30FA14-B99B-4818-AEB3-EAE7988EA2E6}"/>
              </a:ext>
            </a:extLst>
          </p:cNvPr>
          <p:cNvSpPr>
            <a:spLocks xmlns:a="http://schemas.openxmlformats.org/drawingml/2006/main" noGrp="1"/>
          </p:cNvSpPr>
          <p:nvPr/>
        </p:nvSpPr>
        <p:spPr>
          <a:xfrm xmlns:a="http://schemas.openxmlformats.org/drawingml/2006/main">
            <a:off x="4876800" y="321945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326295"/>
                </a:solidFill>
              </a:defRPr>
            </a:pPr>
            <a:r>
              <a:rPr sz="900" b="1">
                <a:solidFill>
                  <a:srgbClr val="326295"/>
                </a:solidFill>
              </a:rPr>
              <a:t>Bối cảnh</a:t>
            </a:r>
          </a:p>
        </p:txBody>
      </p:sp>
      <p:sp>
        <p:nvSpPr>
          <p:cNvPr id="22" name="">
            <a:extLst xmlns:a="http://schemas.openxmlformats.org/drawingml/2006/main">
              <a:ext uri="{FF2B5EF4-FFF2-40B4-BE49-F238E27FC236}">
                <a16:creationId xmlns:a16="http://schemas.microsoft.com/office/drawing/2014/main" id="{2C01EE75-3EDA-451E-9304-0C03B8BE324F}"/>
              </a:ext>
            </a:extLst>
          </p:cNvPr>
          <p:cNvSpPr>
            <a:spLocks xmlns:a="http://schemas.openxmlformats.org/drawingml/2006/main" noGrp="1"/>
          </p:cNvSpPr>
          <p:nvPr/>
        </p:nvSpPr>
        <p:spPr>
          <a:xfrm xmlns:a="http://schemas.openxmlformats.org/drawingml/2006/main">
            <a:off x="4876800" y="3448050"/>
            <a:ext cx="1123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02A43"/>
                </a:solidFill>
              </a:defRPr>
            </a:pPr>
            <a:r>
              <a:rPr sz="1050" b="0">
                <a:solidFill>
                  <a:srgbClr val="102A43"/>
                </a:solidFill>
              </a:rPr>
              <a:t>Desktop/mobile trong mùa giải</a:t>
            </a:r>
          </a:p>
        </p:txBody>
      </p:sp>
      <p:sp>
        <p:nvSpPr>
          <p:cNvPr id="23" name="">
            <a:extLst xmlns:a="http://schemas.openxmlformats.org/drawingml/2006/main">
              <a:ext uri="{FF2B5EF4-FFF2-40B4-BE49-F238E27FC236}">
                <a16:creationId xmlns:a16="http://schemas.microsoft.com/office/drawing/2014/main" id="{F60A6098-5AA2-4E2C-9750-C5230B7CA030}"/>
              </a:ext>
            </a:extLst>
          </p:cNvPr>
          <p:cNvSpPr>
            <a:spLocks xmlns:a="http://schemas.openxmlformats.org/drawingml/2006/main" noGrp="1"/>
          </p:cNvSpPr>
          <p:nvPr/>
        </p:nvSpPr>
        <p:spPr>
          <a:xfrm xmlns:a="http://schemas.openxmlformats.org/drawingml/2006/main">
            <a:off x="6134100" y="321945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326295"/>
                </a:solidFill>
              </a:defRPr>
            </a:pPr>
            <a:r>
              <a:rPr sz="900" b="1">
                <a:solidFill>
                  <a:srgbClr val="326295"/>
                </a:solidFill>
              </a:rPr>
              <a:t>Khó khăn</a:t>
            </a:r>
          </a:p>
        </p:txBody>
      </p:sp>
      <p:sp>
        <p:nvSpPr>
          <p:cNvPr id="24" name="">
            <a:extLst xmlns:a="http://schemas.openxmlformats.org/drawingml/2006/main">
              <a:ext uri="{FF2B5EF4-FFF2-40B4-BE49-F238E27FC236}">
                <a16:creationId xmlns:a16="http://schemas.microsoft.com/office/drawing/2014/main" id="{E8353193-34F3-4C26-B1C9-CDB2EA2CEF01}"/>
              </a:ext>
            </a:extLst>
          </p:cNvPr>
          <p:cNvSpPr>
            <a:spLocks xmlns:a="http://schemas.openxmlformats.org/drawingml/2006/main" noGrp="1"/>
          </p:cNvSpPr>
          <p:nvPr/>
        </p:nvSpPr>
        <p:spPr>
          <a:xfrm xmlns:a="http://schemas.openxmlformats.org/drawingml/2006/main">
            <a:off x="6134100" y="344805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02A43"/>
                </a:solidFill>
              </a:defRPr>
            </a:pPr>
            <a:r>
              <a:rPr sz="1050" b="0">
                <a:solidFill>
                  <a:srgbClr val="102A43"/>
                </a:solidFill>
              </a:rPr>
              <a:t>Đường đến Match Centre chưa luôn rõ</a:t>
            </a:r>
          </a:p>
        </p:txBody>
      </p:sp>
      <p:sp>
        <p:nvSpPr>
          <p:cNvPr id="25" name="">
            <a:extLst xmlns:a="http://schemas.openxmlformats.org/drawingml/2006/main">
              <a:ext uri="{FF2B5EF4-FFF2-40B4-BE49-F238E27FC236}">
                <a16:creationId xmlns:a16="http://schemas.microsoft.com/office/drawing/2014/main" id="{B6BC9336-E97D-4537-B165-414687F8DB2F}"/>
              </a:ext>
            </a:extLst>
          </p:cNvPr>
          <p:cNvSpPr>
            <a:spLocks xmlns:a="http://schemas.openxmlformats.org/drawingml/2006/main" noGrp="1"/>
          </p:cNvSpPr>
          <p:nvPr/>
        </p:nvSpPr>
        <p:spPr>
          <a:xfrm xmlns:a="http://schemas.openxmlformats.org/drawingml/2006/main">
            <a:off x="609600" y="4457700"/>
            <a:ext cx="69532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8E0E8"/>
            </a:solidFill>
            <a:prstDash val="solid"/>
          </a:ln>
        </p:spPr>
      </p:sp>
      <p:sp>
        <p:nvSpPr>
          <p:cNvPr id="26" name="">
            <a:extLst xmlns:a="http://schemas.openxmlformats.org/drawingml/2006/main">
              <a:ext uri="{FF2B5EF4-FFF2-40B4-BE49-F238E27FC236}">
                <a16:creationId xmlns:a16="http://schemas.microsoft.com/office/drawing/2014/main" id="{6C6CE216-CE63-4894-A440-48B9B29E29F5}"/>
              </a:ext>
            </a:extLst>
          </p:cNvPr>
          <p:cNvSpPr>
            <a:spLocks xmlns:a="http://schemas.openxmlformats.org/drawingml/2006/main" noGrp="1"/>
          </p:cNvSpPr>
          <p:nvPr/>
        </p:nvSpPr>
        <p:spPr>
          <a:xfrm xmlns:a="http://schemas.openxmlformats.org/drawingml/2006/main">
            <a:off x="781050" y="4552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02A43"/>
                </a:solidFill>
              </a:defRPr>
            </a:pPr>
            <a:r>
              <a:rPr sz="1350" b="1">
                <a:solidFill>
                  <a:srgbClr val="102A43"/>
                </a:solidFill>
              </a:rPr>
              <a:t>Media / student researcher</a:t>
            </a:r>
          </a:p>
        </p:txBody>
      </p:sp>
      <p:sp>
        <p:nvSpPr>
          <p:cNvPr id="27" name="">
            <a:extLst xmlns:a="http://schemas.openxmlformats.org/drawingml/2006/main">
              <a:ext uri="{FF2B5EF4-FFF2-40B4-BE49-F238E27FC236}">
                <a16:creationId xmlns:a16="http://schemas.microsoft.com/office/drawing/2014/main" id="{80E5947F-94FF-4CC2-9055-E0F6D8F8CEE0}"/>
              </a:ext>
            </a:extLst>
          </p:cNvPr>
          <p:cNvSpPr>
            <a:spLocks xmlns:a="http://schemas.openxmlformats.org/drawingml/2006/main" noGrp="1"/>
          </p:cNvSpPr>
          <p:nvPr/>
        </p:nvSpPr>
        <p:spPr>
          <a:xfrm xmlns:a="http://schemas.openxmlformats.org/drawingml/2006/main">
            <a:off x="2647950" y="455295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326295"/>
                </a:solidFill>
              </a:defRPr>
            </a:pPr>
            <a:r>
              <a:rPr sz="900" b="1">
                <a:solidFill>
                  <a:srgbClr val="326295"/>
                </a:solidFill>
              </a:rPr>
              <a:t>Mục tiêu</a:t>
            </a:r>
          </a:p>
        </p:txBody>
      </p:sp>
      <p:sp>
        <p:nvSpPr>
          <p:cNvPr id="28" name="">
            <a:extLst xmlns:a="http://schemas.openxmlformats.org/drawingml/2006/main">
              <a:ext uri="{FF2B5EF4-FFF2-40B4-BE49-F238E27FC236}">
                <a16:creationId xmlns:a16="http://schemas.microsoft.com/office/drawing/2014/main" id="{6FB6447F-6EA7-48C3-B56A-8273D1B6A0EE}"/>
              </a:ext>
            </a:extLst>
          </p:cNvPr>
          <p:cNvSpPr>
            <a:spLocks xmlns:a="http://schemas.openxmlformats.org/drawingml/2006/main" noGrp="1"/>
          </p:cNvSpPr>
          <p:nvPr/>
        </p:nvSpPr>
        <p:spPr>
          <a:xfrm xmlns:a="http://schemas.openxmlformats.org/drawingml/2006/main">
            <a:off x="2647950" y="4781550"/>
            <a:ext cx="209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102A43"/>
                </a:solidFill>
              </a:defRPr>
            </a:pPr>
            <a:r>
              <a:rPr sz="1125" b="0">
                <a:solidFill>
                  <a:srgbClr val="102A43"/>
                </a:solidFill>
              </a:rPr>
              <a:t>Tìm nguồn chính thức để trích dẫn</a:t>
            </a:r>
          </a:p>
        </p:txBody>
      </p:sp>
      <p:sp>
        <p:nvSpPr>
          <p:cNvPr id="29" name="">
            <a:extLst xmlns:a="http://schemas.openxmlformats.org/drawingml/2006/main">
              <a:ext uri="{FF2B5EF4-FFF2-40B4-BE49-F238E27FC236}">
                <a16:creationId xmlns:a16="http://schemas.microsoft.com/office/drawing/2014/main" id="{575BD11C-8000-4F15-9A2A-4B58BDE81758}"/>
              </a:ext>
            </a:extLst>
          </p:cNvPr>
          <p:cNvSpPr>
            <a:spLocks xmlns:a="http://schemas.openxmlformats.org/drawingml/2006/main" noGrp="1"/>
          </p:cNvSpPr>
          <p:nvPr/>
        </p:nvSpPr>
        <p:spPr>
          <a:xfrm xmlns:a="http://schemas.openxmlformats.org/drawingml/2006/main">
            <a:off x="4876800" y="455295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326295"/>
                </a:solidFill>
              </a:defRPr>
            </a:pPr>
            <a:r>
              <a:rPr sz="900" b="1">
                <a:solidFill>
                  <a:srgbClr val="326295"/>
                </a:solidFill>
              </a:rPr>
              <a:t>Bối cảnh</a:t>
            </a:r>
          </a:p>
        </p:txBody>
      </p:sp>
      <p:sp>
        <p:nvSpPr>
          <p:cNvPr id="30" name="">
            <a:extLst xmlns:a="http://schemas.openxmlformats.org/drawingml/2006/main">
              <a:ext uri="{FF2B5EF4-FFF2-40B4-BE49-F238E27FC236}">
                <a16:creationId xmlns:a16="http://schemas.microsoft.com/office/drawing/2014/main" id="{F198F7ED-6618-48BA-A953-2FA0272B9D1A}"/>
              </a:ext>
            </a:extLst>
          </p:cNvPr>
          <p:cNvSpPr>
            <a:spLocks xmlns:a="http://schemas.openxmlformats.org/drawingml/2006/main" noGrp="1"/>
          </p:cNvSpPr>
          <p:nvPr/>
        </p:nvSpPr>
        <p:spPr>
          <a:xfrm xmlns:a="http://schemas.openxmlformats.org/drawingml/2006/main">
            <a:off x="4876800" y="4781550"/>
            <a:ext cx="1123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02A43"/>
                </a:solidFill>
              </a:defRPr>
            </a:pPr>
            <a:r>
              <a:rPr sz="1050" b="0">
                <a:solidFill>
                  <a:srgbClr val="102A43"/>
                </a:solidFill>
              </a:rPr>
              <a:t>Desktop, so sánh nhiều nguồn</a:t>
            </a:r>
          </a:p>
        </p:txBody>
      </p:sp>
      <p:sp>
        <p:nvSpPr>
          <p:cNvPr id="31" name="">
            <a:extLst xmlns:a="http://schemas.openxmlformats.org/drawingml/2006/main">
              <a:ext uri="{FF2B5EF4-FFF2-40B4-BE49-F238E27FC236}">
                <a16:creationId xmlns:a16="http://schemas.microsoft.com/office/drawing/2014/main" id="{0E071D85-BACB-453F-AA59-7D578168FC0E}"/>
              </a:ext>
            </a:extLst>
          </p:cNvPr>
          <p:cNvSpPr>
            <a:spLocks xmlns:a="http://schemas.openxmlformats.org/drawingml/2006/main" noGrp="1"/>
          </p:cNvSpPr>
          <p:nvPr/>
        </p:nvSpPr>
        <p:spPr>
          <a:xfrm xmlns:a="http://schemas.openxmlformats.org/drawingml/2006/main">
            <a:off x="6134100" y="455295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326295"/>
                </a:solidFill>
              </a:defRPr>
            </a:pPr>
            <a:r>
              <a:rPr sz="900" b="1">
                <a:solidFill>
                  <a:srgbClr val="326295"/>
                </a:solidFill>
              </a:rPr>
              <a:t>Khó khăn</a:t>
            </a:r>
          </a:p>
        </p:txBody>
      </p:sp>
      <p:sp>
        <p:nvSpPr>
          <p:cNvPr id="32" name="">
            <a:extLst xmlns:a="http://schemas.openxmlformats.org/drawingml/2006/main">
              <a:ext uri="{FF2B5EF4-FFF2-40B4-BE49-F238E27FC236}">
                <a16:creationId xmlns:a16="http://schemas.microsoft.com/office/drawing/2014/main" id="{AC4A9D1E-AF64-413F-BF02-DEDF2379E447}"/>
              </a:ext>
            </a:extLst>
          </p:cNvPr>
          <p:cNvSpPr>
            <a:spLocks xmlns:a="http://schemas.openxmlformats.org/drawingml/2006/main" noGrp="1"/>
          </p:cNvSpPr>
          <p:nvPr/>
        </p:nvSpPr>
        <p:spPr>
          <a:xfrm xmlns:a="http://schemas.openxmlformats.org/drawingml/2006/main">
            <a:off x="6134100" y="478155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02A43"/>
                </a:solidFill>
              </a:defRPr>
            </a:pPr>
            <a:r>
              <a:rPr sz="1050" b="0">
                <a:solidFill>
                  <a:srgbClr val="102A43"/>
                </a:solidFill>
              </a:rPr>
              <a:t>Search và nhãn nguồn khó nhận biết</a:t>
            </a:r>
          </a:p>
        </p:txBody>
      </p:sp>
    </p:spTree>
    <p:extLst>
      <p:ext uri="{BB962C8B-B14F-4D97-AF65-F5344CB8AC3E}">
        <p14:creationId xmlns:p14="http://schemas.microsoft.com/office/powerpoint/2010/main" val="233806931"/>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231644A-9C53-4856-8F2E-E95E0888CC9A}"/>
              </a:ext>
            </a:extLst>
          </p:cNvPr>
          <p:cNvSpPr>
            <a:spLocks xmlns:a="http://schemas.openxmlformats.org/drawingml/2006/main" noGrp="1"/>
          </p:cNvSpPr>
          <p:nvPr/>
        </p:nvSpPr>
        <p:spPr>
          <a:xfrm xmlns:a="http://schemas.openxmlformats.org/drawingml/2006/main">
            <a:off x="609600" y="2286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326295"/>
                </a:solidFill>
              </a:defRPr>
            </a:pPr>
            <a:r>
              <a:rPr sz="1050" b="1">
                <a:solidFill>
                  <a:srgbClr val="326295"/>
                </a:solidFill>
              </a:rPr>
              <a:t>USE CASES</a:t>
            </a:r>
          </a:p>
        </p:txBody>
      </p:sp>
      <p:sp>
        <p:nvSpPr>
          <p:cNvPr id="2" name="">
            <a:extLst xmlns:a="http://schemas.openxmlformats.org/drawingml/2006/main">
              <a:ext uri="{FF2B5EF4-FFF2-40B4-BE49-F238E27FC236}">
                <a16:creationId xmlns:a16="http://schemas.microsoft.com/office/drawing/2014/main" id="{96EEC125-3BBB-497C-B92D-5E2EC37E14F1}"/>
              </a:ext>
            </a:extLst>
          </p:cNvPr>
          <p:cNvSpPr>
            <a:spLocks xmlns:a="http://schemas.openxmlformats.org/drawingml/2006/main" noGrp="1"/>
          </p:cNvSpPr>
          <p:nvPr/>
        </p:nvSpPr>
        <p:spPr>
          <a:xfrm xmlns:a="http://schemas.openxmlformats.org/drawingml/2006/main">
            <a:off x="609600" y="5143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02A43"/>
                </a:solidFill>
              </a:defRPr>
            </a:pPr>
            <a:r>
              <a:rPr sz="2700" b="1">
                <a:solidFill>
                  <a:srgbClr val="102A43"/>
                </a:solidFill>
              </a:rPr>
              <a:t>Use Cases, FIFA.com</a:t>
            </a:r>
          </a:p>
        </p:txBody>
      </p:sp>
      <p:sp>
        <p:nvSpPr>
          <p:cNvPr id="3" name="">
            <a:extLst xmlns:a="http://schemas.openxmlformats.org/drawingml/2006/main">
              <a:ext uri="{FF2B5EF4-FFF2-40B4-BE49-F238E27FC236}">
                <a16:creationId xmlns:a16="http://schemas.microsoft.com/office/drawing/2014/main" id="{57A96E9E-FD87-4A3A-B82F-59DD8CD69B0E}"/>
              </a:ext>
            </a:extLst>
          </p:cNvPr>
          <p:cNvSpPr>
            <a:spLocks xmlns:a="http://schemas.openxmlformats.org/drawingml/2006/main" noGrp="1"/>
          </p:cNvSpPr>
          <p:nvPr/>
        </p:nvSpPr>
        <p:spPr>
          <a:xfrm xmlns:a="http://schemas.openxmlformats.org/drawingml/2006/main">
            <a:off x="11049000" y="2667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1">
                <a:solidFill>
                  <a:srgbClr val="326295"/>
                </a:solidFill>
              </a:defRPr>
            </a:pPr>
            <a:r>
              <a:rPr sz="1200" b="1">
                <a:solidFill>
                  <a:srgbClr val="326295"/>
                </a:solidFill>
              </a:rPr>
              <a:t>02</a:t>
            </a:r>
          </a:p>
        </p:txBody>
      </p:sp>
      <p:sp>
        <p:nvSpPr>
          <p:cNvPr id="4" name="">
            <a:extLst xmlns:a="http://schemas.openxmlformats.org/drawingml/2006/main">
              <a:ext uri="{FF2B5EF4-FFF2-40B4-BE49-F238E27FC236}">
                <a16:creationId xmlns:a16="http://schemas.microsoft.com/office/drawing/2014/main" id="{1E6B9C74-6519-41E3-9673-A2046C1B1D5A}"/>
              </a:ext>
            </a:extLst>
          </p:cNvPr>
          <p:cNvSpPr>
            <a:spLocks xmlns:a="http://schemas.openxmlformats.org/drawingml/2006/main" noGrp="1"/>
          </p:cNvSpPr>
          <p:nvPr/>
        </p:nvSpPr>
        <p:spPr>
          <a:xfrm xmlns:a="http://schemas.openxmlformats.org/drawingml/2006/main">
            <a:off x="609600" y="1123950"/>
            <a:ext cx="876300" cy="38100"/>
          </a:xfrm>
          <a:prstGeom xmlns:a="http://schemas.openxmlformats.org/drawingml/2006/main" prst="rect">
            <a:avLst/>
          </a:prstGeom>
          <a:solidFill xmlns:a="http://schemas.openxmlformats.org/drawingml/2006/main">
            <a:srgbClr val="326295"/>
          </a:solidFill>
          <a:ln xmlns:a="http://schemas.openxmlformats.org/drawingml/2006/main" w="0">
            <a:solidFill>
              <a:srgbClr val="326295"/>
            </a:solidFill>
            <a:prstDash val="solid"/>
          </a:ln>
        </p:spPr>
      </p:sp>
      <p:sp>
        <p:nvSpPr>
          <p:cNvPr id="5" name="">
            <a:extLst xmlns:a="http://schemas.openxmlformats.org/drawingml/2006/main">
              <a:ext uri="{FF2B5EF4-FFF2-40B4-BE49-F238E27FC236}">
                <a16:creationId xmlns:a16="http://schemas.microsoft.com/office/drawing/2014/main" id="{B6C813E5-CD46-43D5-8986-38FC5931B22D}"/>
              </a:ext>
            </a:extLst>
          </p:cNvPr>
          <p:cNvSpPr>
            <a:spLocks xmlns:a="http://schemas.openxmlformats.org/drawingml/2006/main" noGrp="1"/>
          </p:cNvSpPr>
          <p:nvPr/>
        </p:nvSpPr>
        <p:spPr>
          <a:xfrm xmlns:a="http://schemas.openxmlformats.org/drawingml/2006/main">
            <a:off x="609600" y="6572250"/>
            <a:ext cx="4000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4748B"/>
                </a:solidFill>
              </a:defRPr>
            </a:pPr>
            <a:r>
              <a:rPr sz="825" b="0">
                <a:solidFill>
                  <a:srgbClr val="64748B"/>
                </a:solidFill>
              </a:rPr>
              <a:t>HCI • PA1 • FIFA.com</a:t>
            </a:r>
          </a:p>
        </p:txBody>
      </p:sp>
      <p:sp>
        <p:nvSpPr>
          <p:cNvPr id="6" name="">
            <a:extLst xmlns:a="http://schemas.openxmlformats.org/drawingml/2006/main">
              <a:ext uri="{FF2B5EF4-FFF2-40B4-BE49-F238E27FC236}">
                <a16:creationId xmlns:a16="http://schemas.microsoft.com/office/drawing/2014/main" id="{1237CBFF-E361-4EFF-9551-EDBEEB7898CF}"/>
              </a:ext>
            </a:extLst>
          </p:cNvPr>
          <p:cNvSpPr>
            <a:spLocks xmlns:a="http://schemas.openxmlformats.org/drawingml/2006/main" noGrp="1"/>
          </p:cNvSpPr>
          <p:nvPr/>
        </p:nvSpPr>
        <p:spPr>
          <a:xfrm xmlns:a="http://schemas.openxmlformats.org/drawingml/2006/main">
            <a:off x="10668000" y="657225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4748B"/>
                </a:solidFill>
              </a:defRPr>
            </a:pPr>
            <a:r>
              <a:rPr sz="825" b="0">
                <a:solidFill>
                  <a:srgbClr val="64748B"/>
                </a:solidFill>
              </a:rPr>
              <a:t>2 / 12</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37ec427787fb484f"/>
          <a:stretch xmlns:a="http://schemas.openxmlformats.org/drawingml/2006/main"/>
        </p:blipFill>
        <p:spPr>
          <a:xfrm xmlns:a="http://schemas.openxmlformats.org/drawingml/2006/main">
            <a:off x="9258300" y="1466850"/>
            <a:ext cx="2057400" cy="1428750"/>
          </a:xfrm>
          <a:prstGeom xmlns:a="http://schemas.openxmlformats.org/drawingml/2006/main" prst="roundRect">
            <a:avLst>
              <a:gd name="adj" fmla="val 8000"/>
            </a:avLst>
          </a:prstGeom>
        </p:spPr>
      </p:pic>
      <p:sp>
        <p:nvSpPr>
          <p:cNvPr id="8" name="">
            <a:extLst xmlns:a="http://schemas.openxmlformats.org/drawingml/2006/main">
              <a:ext uri="{FF2B5EF4-FFF2-40B4-BE49-F238E27FC236}">
                <a16:creationId xmlns:a16="http://schemas.microsoft.com/office/drawing/2014/main" id="{99560DA9-FF3D-420F-907D-AC8C355EB6EA}"/>
              </a:ext>
            </a:extLst>
          </p:cNvPr>
          <p:cNvSpPr>
            <a:spLocks xmlns:a="http://schemas.openxmlformats.org/drawingml/2006/main" noGrp="1"/>
          </p:cNvSpPr>
          <p:nvPr/>
        </p:nvSpPr>
        <p:spPr>
          <a:xfrm xmlns:a="http://schemas.openxmlformats.org/drawingml/2006/main">
            <a:off x="609600" y="1466850"/>
            <a:ext cx="8077200" cy="381000"/>
          </a:xfrm>
          <a:prstGeom xmlns:a="http://schemas.openxmlformats.org/drawingml/2006/main" prst="roundRect">
            <a:avLst>
              <a:gd name="adj" fmla="val 30000"/>
            </a:avLst>
          </a:prstGeom>
          <a:solidFill xmlns:a="http://schemas.openxmlformats.org/drawingml/2006/main">
            <a:srgbClr val="102A43"/>
          </a:solidFill>
          <a:ln xmlns:a="http://schemas.openxmlformats.org/drawingml/2006/main" w="9525">
            <a:solidFill>
              <a:srgbClr val="102A43"/>
            </a:solidFill>
            <a:prstDash val="solid"/>
          </a:ln>
        </p:spPr>
      </p:sp>
      <p:sp>
        <p:nvSpPr>
          <p:cNvPr id="9" name="">
            <a:extLst xmlns:a="http://schemas.openxmlformats.org/drawingml/2006/main">
              <a:ext uri="{FF2B5EF4-FFF2-40B4-BE49-F238E27FC236}">
                <a16:creationId xmlns:a16="http://schemas.microsoft.com/office/drawing/2014/main" id="{811FEF06-B385-4735-950E-6711C8B57860}"/>
              </a:ext>
            </a:extLst>
          </p:cNvPr>
          <p:cNvSpPr>
            <a:spLocks xmlns:a="http://schemas.openxmlformats.org/drawingml/2006/main" noGrp="1"/>
          </p:cNvSpPr>
          <p:nvPr/>
        </p:nvSpPr>
        <p:spPr>
          <a:xfrm xmlns:a="http://schemas.openxmlformats.org/drawingml/2006/main">
            <a:off x="685800" y="1504950"/>
            <a:ext cx="1562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Use case</a:t>
            </a:r>
          </a:p>
        </p:txBody>
      </p:sp>
      <p:sp>
        <p:nvSpPr>
          <p:cNvPr id="10" name="">
            <a:extLst xmlns:a="http://schemas.openxmlformats.org/drawingml/2006/main">
              <a:ext uri="{FF2B5EF4-FFF2-40B4-BE49-F238E27FC236}">
                <a16:creationId xmlns:a16="http://schemas.microsoft.com/office/drawing/2014/main" id="{8E09EAB5-E3ED-4A58-A92C-5FAAE5638720}"/>
              </a:ext>
            </a:extLst>
          </p:cNvPr>
          <p:cNvSpPr>
            <a:spLocks xmlns:a="http://schemas.openxmlformats.org/drawingml/2006/main" noGrp="1"/>
          </p:cNvSpPr>
          <p:nvPr/>
        </p:nvSpPr>
        <p:spPr>
          <a:xfrm xmlns:a="http://schemas.openxmlformats.org/drawingml/2006/main">
            <a:off x="2400300" y="1504950"/>
            <a:ext cx="1847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Trigger</a:t>
            </a:r>
          </a:p>
        </p:txBody>
      </p:sp>
      <p:sp>
        <p:nvSpPr>
          <p:cNvPr id="11" name="">
            <a:extLst xmlns:a="http://schemas.openxmlformats.org/drawingml/2006/main">
              <a:ext uri="{FF2B5EF4-FFF2-40B4-BE49-F238E27FC236}">
                <a16:creationId xmlns:a16="http://schemas.microsoft.com/office/drawing/2014/main" id="{3F245441-3E87-4BF4-A417-7A345E793320}"/>
              </a:ext>
            </a:extLst>
          </p:cNvPr>
          <p:cNvSpPr>
            <a:spLocks xmlns:a="http://schemas.openxmlformats.org/drawingml/2006/main" noGrp="1"/>
          </p:cNvSpPr>
          <p:nvPr/>
        </p:nvSpPr>
        <p:spPr>
          <a:xfrm xmlns:a="http://schemas.openxmlformats.org/drawingml/2006/main">
            <a:off x="4400550" y="1504950"/>
            <a:ext cx="2324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Interaction path</a:t>
            </a:r>
          </a:p>
        </p:txBody>
      </p:sp>
      <p:sp>
        <p:nvSpPr>
          <p:cNvPr id="12" name="">
            <a:extLst xmlns:a="http://schemas.openxmlformats.org/drawingml/2006/main">
              <a:ext uri="{FF2B5EF4-FFF2-40B4-BE49-F238E27FC236}">
                <a16:creationId xmlns:a16="http://schemas.microsoft.com/office/drawing/2014/main" id="{AFB61227-2EC4-4D52-B984-6C6D1110D770}"/>
              </a:ext>
            </a:extLst>
          </p:cNvPr>
          <p:cNvSpPr>
            <a:spLocks xmlns:a="http://schemas.openxmlformats.org/drawingml/2006/main" noGrp="1"/>
          </p:cNvSpPr>
          <p:nvPr/>
        </p:nvSpPr>
        <p:spPr>
          <a:xfrm xmlns:a="http://schemas.openxmlformats.org/drawingml/2006/main">
            <a:off x="6877050" y="1504950"/>
            <a:ext cx="1733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Success outcome</a:t>
            </a:r>
          </a:p>
        </p:txBody>
      </p:sp>
      <p:sp>
        <p:nvSpPr>
          <p:cNvPr id="13" name="">
            <a:extLst xmlns:a="http://schemas.openxmlformats.org/drawingml/2006/main">
              <a:ext uri="{FF2B5EF4-FFF2-40B4-BE49-F238E27FC236}">
                <a16:creationId xmlns:a16="http://schemas.microsoft.com/office/drawing/2014/main" id="{43BB1181-1B9C-4F5A-9583-084052331EB9}"/>
              </a:ext>
            </a:extLst>
          </p:cNvPr>
          <p:cNvSpPr>
            <a:spLocks xmlns:a="http://schemas.openxmlformats.org/drawingml/2006/main" noGrp="1"/>
          </p:cNvSpPr>
          <p:nvPr/>
        </p:nvSpPr>
        <p:spPr>
          <a:xfrm xmlns:a="http://schemas.openxmlformats.org/drawingml/2006/main">
            <a:off x="609600" y="1905000"/>
            <a:ext cx="8077200" cy="809625"/>
          </a:xfrm>
          <a:prstGeom xmlns:a="http://schemas.openxmlformats.org/drawingml/2006/main" prst="roundRect">
            <a:avLst>
              <a:gd name="adj" fmla="val 14118"/>
            </a:avLst>
          </a:prstGeom>
          <a:solidFill xmlns:a="http://schemas.openxmlformats.org/drawingml/2006/main">
            <a:srgbClr val="FFFFFF"/>
          </a:solidFill>
          <a:ln xmlns:a="http://schemas.openxmlformats.org/drawingml/2006/main" w="9525">
            <a:solidFill>
              <a:srgbClr val="EAF3FB"/>
            </a:solidFill>
            <a:prstDash val="solid"/>
          </a:ln>
        </p:spPr>
      </p:sp>
      <p:sp>
        <p:nvSpPr>
          <p:cNvPr id="14" name="">
            <a:extLst xmlns:a="http://schemas.openxmlformats.org/drawingml/2006/main">
              <a:ext uri="{FF2B5EF4-FFF2-40B4-BE49-F238E27FC236}">
                <a16:creationId xmlns:a16="http://schemas.microsoft.com/office/drawing/2014/main" id="{134F1A16-95B3-48CE-8E47-B4411FDB1821}"/>
              </a:ext>
            </a:extLst>
          </p:cNvPr>
          <p:cNvSpPr>
            <a:spLocks xmlns:a="http://schemas.openxmlformats.org/drawingml/2006/main" noGrp="1"/>
          </p:cNvSpPr>
          <p:nvPr/>
        </p:nvSpPr>
        <p:spPr>
          <a:xfrm xmlns:a="http://schemas.openxmlformats.org/drawingml/2006/main">
            <a:off x="685800" y="1952625"/>
            <a:ext cx="15621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102A43"/>
                </a:solidFill>
              </a:defRPr>
            </a:pPr>
            <a:r>
              <a:rPr sz="1013" b="1">
                <a:solidFill>
                  <a:srgbClr val="102A43"/>
                </a:solidFill>
              </a:rPr>
              <a:t>Xem lịch trận hôm nay</a:t>
            </a:r>
          </a:p>
        </p:txBody>
      </p:sp>
      <p:sp>
        <p:nvSpPr>
          <p:cNvPr id="15" name="">
            <a:extLst xmlns:a="http://schemas.openxmlformats.org/drawingml/2006/main">
              <a:ext uri="{FF2B5EF4-FFF2-40B4-BE49-F238E27FC236}">
                <a16:creationId xmlns:a16="http://schemas.microsoft.com/office/drawing/2014/main" id="{4CC7475B-E0D4-4C26-977A-37ED7423CCD4}"/>
              </a:ext>
            </a:extLst>
          </p:cNvPr>
          <p:cNvSpPr>
            <a:spLocks xmlns:a="http://schemas.openxmlformats.org/drawingml/2006/main" noGrp="1"/>
          </p:cNvSpPr>
          <p:nvPr/>
        </p:nvSpPr>
        <p:spPr>
          <a:xfrm xmlns:a="http://schemas.openxmlformats.org/drawingml/2006/main">
            <a:off x="2400300" y="1952625"/>
            <a:ext cx="1847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Cần biết trận sắp diễn ra</a:t>
            </a:r>
          </a:p>
        </p:txBody>
      </p:sp>
      <p:sp>
        <p:nvSpPr>
          <p:cNvPr id="16" name="">
            <a:extLst xmlns:a="http://schemas.openxmlformats.org/drawingml/2006/main">
              <a:ext uri="{FF2B5EF4-FFF2-40B4-BE49-F238E27FC236}">
                <a16:creationId xmlns:a16="http://schemas.microsoft.com/office/drawing/2014/main" id="{82ED68A8-23C7-4CDC-BE82-DA4B353FC907}"/>
              </a:ext>
            </a:extLst>
          </p:cNvPr>
          <p:cNvSpPr>
            <a:spLocks xmlns:a="http://schemas.openxmlformats.org/drawingml/2006/main" noGrp="1"/>
          </p:cNvSpPr>
          <p:nvPr/>
        </p:nvSpPr>
        <p:spPr>
          <a:xfrm xmlns:a="http://schemas.openxmlformats.org/drawingml/2006/main">
            <a:off x="4400550" y="1952625"/>
            <a:ext cx="23241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Home → Match Centre → ngày</a:t>
            </a:r>
          </a:p>
        </p:txBody>
      </p:sp>
      <p:sp>
        <p:nvSpPr>
          <p:cNvPr id="17" name="">
            <a:extLst xmlns:a="http://schemas.openxmlformats.org/drawingml/2006/main">
              <a:ext uri="{FF2B5EF4-FFF2-40B4-BE49-F238E27FC236}">
                <a16:creationId xmlns:a16="http://schemas.microsoft.com/office/drawing/2014/main" id="{E6ACBAEB-3E70-4650-9424-1484ED8B37A8}"/>
              </a:ext>
            </a:extLst>
          </p:cNvPr>
          <p:cNvSpPr>
            <a:spLocks xmlns:a="http://schemas.openxmlformats.org/drawingml/2006/main" noGrp="1"/>
          </p:cNvSpPr>
          <p:nvPr/>
        </p:nvSpPr>
        <p:spPr>
          <a:xfrm xmlns:a="http://schemas.openxmlformats.org/drawingml/2006/main">
            <a:off x="6877050" y="1952625"/>
            <a:ext cx="17335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Thấy cặp đấu và thời gian</a:t>
            </a:r>
          </a:p>
        </p:txBody>
      </p:sp>
      <p:sp>
        <p:nvSpPr>
          <p:cNvPr id="18" name="">
            <a:extLst xmlns:a="http://schemas.openxmlformats.org/drawingml/2006/main">
              <a:ext uri="{FF2B5EF4-FFF2-40B4-BE49-F238E27FC236}">
                <a16:creationId xmlns:a16="http://schemas.microsoft.com/office/drawing/2014/main" id="{99524508-E59B-476F-B715-9548CA48D984}"/>
              </a:ext>
            </a:extLst>
          </p:cNvPr>
          <p:cNvSpPr>
            <a:spLocks xmlns:a="http://schemas.openxmlformats.org/drawingml/2006/main" noGrp="1"/>
          </p:cNvSpPr>
          <p:nvPr/>
        </p:nvSpPr>
        <p:spPr>
          <a:xfrm xmlns:a="http://schemas.openxmlformats.org/drawingml/2006/main">
            <a:off x="609600" y="2771775"/>
            <a:ext cx="8077200" cy="809625"/>
          </a:xfrm>
          <a:prstGeom xmlns:a="http://schemas.openxmlformats.org/drawingml/2006/main" prst="roundRect">
            <a:avLst>
              <a:gd name="adj" fmla="val 14118"/>
            </a:avLst>
          </a:prstGeom>
          <a:solidFill xmlns:a="http://schemas.openxmlformats.org/drawingml/2006/main">
            <a:srgbClr val="EAF3FB"/>
          </a:solidFill>
          <a:ln xmlns:a="http://schemas.openxmlformats.org/drawingml/2006/main" w="9525">
            <a:solidFill>
              <a:srgbClr val="EAF3FB"/>
            </a:solidFill>
            <a:prstDash val="solid"/>
          </a:ln>
        </p:spPr>
      </p:sp>
      <p:sp>
        <p:nvSpPr>
          <p:cNvPr id="19" name="">
            <a:extLst xmlns:a="http://schemas.openxmlformats.org/drawingml/2006/main">
              <a:ext uri="{FF2B5EF4-FFF2-40B4-BE49-F238E27FC236}">
                <a16:creationId xmlns:a16="http://schemas.microsoft.com/office/drawing/2014/main" id="{14FCF134-4924-42A3-8928-241EC2BA4FB0}"/>
              </a:ext>
            </a:extLst>
          </p:cNvPr>
          <p:cNvSpPr>
            <a:spLocks xmlns:a="http://schemas.openxmlformats.org/drawingml/2006/main" noGrp="1"/>
          </p:cNvSpPr>
          <p:nvPr/>
        </p:nvSpPr>
        <p:spPr>
          <a:xfrm xmlns:a="http://schemas.openxmlformats.org/drawingml/2006/main">
            <a:off x="685800" y="2819400"/>
            <a:ext cx="15621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102A43"/>
                </a:solidFill>
              </a:defRPr>
            </a:pPr>
            <a:r>
              <a:rPr sz="1013" b="1">
                <a:solidFill>
                  <a:srgbClr val="102A43"/>
                </a:solidFill>
              </a:rPr>
              <a:t>Đọc tin giải đấu</a:t>
            </a:r>
          </a:p>
        </p:txBody>
      </p:sp>
      <p:sp>
        <p:nvSpPr>
          <p:cNvPr id="20" name="">
            <a:extLst xmlns:a="http://schemas.openxmlformats.org/drawingml/2006/main">
              <a:ext uri="{FF2B5EF4-FFF2-40B4-BE49-F238E27FC236}">
                <a16:creationId xmlns:a16="http://schemas.microsoft.com/office/drawing/2014/main" id="{151F0533-8958-447D-81C1-3259502D4820}"/>
              </a:ext>
            </a:extLst>
          </p:cNvPr>
          <p:cNvSpPr>
            <a:spLocks xmlns:a="http://schemas.openxmlformats.org/drawingml/2006/main" noGrp="1"/>
          </p:cNvSpPr>
          <p:nvPr/>
        </p:nvSpPr>
        <p:spPr>
          <a:xfrm xmlns:a="http://schemas.openxmlformats.org/drawingml/2006/main">
            <a:off x="2400300" y="2819400"/>
            <a:ext cx="1847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Muốn cập nhật một giải</a:t>
            </a:r>
          </a:p>
        </p:txBody>
      </p:sp>
      <p:sp>
        <p:nvSpPr>
          <p:cNvPr id="21" name="">
            <a:extLst xmlns:a="http://schemas.openxmlformats.org/drawingml/2006/main">
              <a:ext uri="{FF2B5EF4-FFF2-40B4-BE49-F238E27FC236}">
                <a16:creationId xmlns:a16="http://schemas.microsoft.com/office/drawing/2014/main" id="{0E703A31-5957-4574-A02D-1DECC37198DA}"/>
              </a:ext>
            </a:extLst>
          </p:cNvPr>
          <p:cNvSpPr>
            <a:spLocks xmlns:a="http://schemas.openxmlformats.org/drawingml/2006/main" noGrp="1"/>
          </p:cNvSpPr>
          <p:nvPr/>
        </p:nvSpPr>
        <p:spPr>
          <a:xfrm xmlns:a="http://schemas.openxmlformats.org/drawingml/2006/main">
            <a:off x="4400550" y="2819400"/>
            <a:ext cx="23241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Home → Tournaments → News</a:t>
            </a:r>
          </a:p>
        </p:txBody>
      </p:sp>
      <p:sp>
        <p:nvSpPr>
          <p:cNvPr id="22" name="">
            <a:extLst xmlns:a="http://schemas.openxmlformats.org/drawingml/2006/main">
              <a:ext uri="{FF2B5EF4-FFF2-40B4-BE49-F238E27FC236}">
                <a16:creationId xmlns:a16="http://schemas.microsoft.com/office/drawing/2014/main" id="{25B8690F-CF58-43AA-B310-2B375CD34DC9}"/>
              </a:ext>
            </a:extLst>
          </p:cNvPr>
          <p:cNvSpPr>
            <a:spLocks xmlns:a="http://schemas.openxmlformats.org/drawingml/2006/main" noGrp="1"/>
          </p:cNvSpPr>
          <p:nvPr/>
        </p:nvSpPr>
        <p:spPr>
          <a:xfrm xmlns:a="http://schemas.openxmlformats.org/drawingml/2006/main">
            <a:off x="6877050" y="2819400"/>
            <a:ext cx="17335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Đọc bài đúng ngữ cảnh giải</a:t>
            </a:r>
          </a:p>
        </p:txBody>
      </p:sp>
      <p:sp>
        <p:nvSpPr>
          <p:cNvPr id="23" name="">
            <a:extLst xmlns:a="http://schemas.openxmlformats.org/drawingml/2006/main">
              <a:ext uri="{FF2B5EF4-FFF2-40B4-BE49-F238E27FC236}">
                <a16:creationId xmlns:a16="http://schemas.microsoft.com/office/drawing/2014/main" id="{567B0A35-71CA-4D3E-8069-9AEFE59CAD92}"/>
              </a:ext>
            </a:extLst>
          </p:cNvPr>
          <p:cNvSpPr>
            <a:spLocks xmlns:a="http://schemas.openxmlformats.org/drawingml/2006/main" noGrp="1"/>
          </p:cNvSpPr>
          <p:nvPr/>
        </p:nvSpPr>
        <p:spPr>
          <a:xfrm xmlns:a="http://schemas.openxmlformats.org/drawingml/2006/main">
            <a:off x="609600" y="3638550"/>
            <a:ext cx="8077200" cy="809625"/>
          </a:xfrm>
          <a:prstGeom xmlns:a="http://schemas.openxmlformats.org/drawingml/2006/main" prst="roundRect">
            <a:avLst>
              <a:gd name="adj" fmla="val 14118"/>
            </a:avLst>
          </a:prstGeom>
          <a:solidFill xmlns:a="http://schemas.openxmlformats.org/drawingml/2006/main">
            <a:srgbClr val="FFFFFF"/>
          </a:solidFill>
          <a:ln xmlns:a="http://schemas.openxmlformats.org/drawingml/2006/main" w="9525">
            <a:solidFill>
              <a:srgbClr val="EAF3FB"/>
            </a:solidFill>
            <a:prstDash val="solid"/>
          </a:ln>
        </p:spPr>
      </p:sp>
      <p:sp>
        <p:nvSpPr>
          <p:cNvPr id="24" name="">
            <a:extLst xmlns:a="http://schemas.openxmlformats.org/drawingml/2006/main">
              <a:ext uri="{FF2B5EF4-FFF2-40B4-BE49-F238E27FC236}">
                <a16:creationId xmlns:a16="http://schemas.microsoft.com/office/drawing/2014/main" id="{68BF8AAC-5FD8-4EA2-AF4D-F48554564C7F}"/>
              </a:ext>
            </a:extLst>
          </p:cNvPr>
          <p:cNvSpPr>
            <a:spLocks xmlns:a="http://schemas.openxmlformats.org/drawingml/2006/main" noGrp="1"/>
          </p:cNvSpPr>
          <p:nvPr/>
        </p:nvSpPr>
        <p:spPr>
          <a:xfrm xmlns:a="http://schemas.openxmlformats.org/drawingml/2006/main">
            <a:off x="685800" y="3686175"/>
            <a:ext cx="15621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102A43"/>
                </a:solidFill>
              </a:defRPr>
            </a:pPr>
            <a:r>
              <a:rPr sz="1013" b="1">
                <a:solidFill>
                  <a:srgbClr val="102A43"/>
                </a:solidFill>
              </a:rPr>
              <a:t>Kiểm tra nguồn vé chính thức</a:t>
            </a:r>
          </a:p>
        </p:txBody>
      </p:sp>
      <p:sp>
        <p:nvSpPr>
          <p:cNvPr id="25" name="">
            <a:extLst xmlns:a="http://schemas.openxmlformats.org/drawingml/2006/main">
              <a:ext uri="{FF2B5EF4-FFF2-40B4-BE49-F238E27FC236}">
                <a16:creationId xmlns:a16="http://schemas.microsoft.com/office/drawing/2014/main" id="{D20CF519-90F3-4F64-A305-FA0AA6244067}"/>
              </a:ext>
            </a:extLst>
          </p:cNvPr>
          <p:cNvSpPr>
            <a:spLocks xmlns:a="http://schemas.openxmlformats.org/drawingml/2006/main" noGrp="1"/>
          </p:cNvSpPr>
          <p:nvPr/>
        </p:nvSpPr>
        <p:spPr>
          <a:xfrm xmlns:a="http://schemas.openxmlformats.org/drawingml/2006/main">
            <a:off x="2400300" y="3686175"/>
            <a:ext cx="1847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Chuẩn bị mua vé</a:t>
            </a:r>
          </a:p>
        </p:txBody>
      </p:sp>
      <p:sp>
        <p:nvSpPr>
          <p:cNvPr id="26" name="">
            <a:extLst xmlns:a="http://schemas.openxmlformats.org/drawingml/2006/main">
              <a:ext uri="{FF2B5EF4-FFF2-40B4-BE49-F238E27FC236}">
                <a16:creationId xmlns:a16="http://schemas.microsoft.com/office/drawing/2014/main" id="{32A3CCB5-9813-4E00-8A08-D0CD10872E68}"/>
              </a:ext>
            </a:extLst>
          </p:cNvPr>
          <p:cNvSpPr>
            <a:spLocks xmlns:a="http://schemas.openxmlformats.org/drawingml/2006/main" noGrp="1"/>
          </p:cNvSpPr>
          <p:nvPr/>
        </p:nvSpPr>
        <p:spPr>
          <a:xfrm xmlns:a="http://schemas.openxmlformats.org/drawingml/2006/main">
            <a:off x="4400550" y="3686175"/>
            <a:ext cx="23241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Search/menu → ticket page</a:t>
            </a:r>
          </a:p>
        </p:txBody>
      </p:sp>
      <p:sp>
        <p:nvSpPr>
          <p:cNvPr id="27" name="">
            <a:extLst xmlns:a="http://schemas.openxmlformats.org/drawingml/2006/main">
              <a:ext uri="{FF2B5EF4-FFF2-40B4-BE49-F238E27FC236}">
                <a16:creationId xmlns:a16="http://schemas.microsoft.com/office/drawing/2014/main" id="{A45FF135-F126-4581-8ECC-6B87F4B70D94}"/>
              </a:ext>
            </a:extLst>
          </p:cNvPr>
          <p:cNvSpPr>
            <a:spLocks xmlns:a="http://schemas.openxmlformats.org/drawingml/2006/main" noGrp="1"/>
          </p:cNvSpPr>
          <p:nvPr/>
        </p:nvSpPr>
        <p:spPr>
          <a:xfrm xmlns:a="http://schemas.openxmlformats.org/drawingml/2006/main">
            <a:off x="6877050" y="3686175"/>
            <a:ext cx="17335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Nhận diện trang và CTA chính thức</a:t>
            </a:r>
          </a:p>
        </p:txBody>
      </p:sp>
      <p:sp>
        <p:nvSpPr>
          <p:cNvPr id="28" name="">
            <a:extLst xmlns:a="http://schemas.openxmlformats.org/drawingml/2006/main">
              <a:ext uri="{FF2B5EF4-FFF2-40B4-BE49-F238E27FC236}">
                <a16:creationId xmlns:a16="http://schemas.microsoft.com/office/drawing/2014/main" id="{9A2C85FB-116D-439E-ABC2-0C83E2224CF4}"/>
              </a:ext>
            </a:extLst>
          </p:cNvPr>
          <p:cNvSpPr>
            <a:spLocks xmlns:a="http://schemas.openxmlformats.org/drawingml/2006/main" noGrp="1"/>
          </p:cNvSpPr>
          <p:nvPr/>
        </p:nvSpPr>
        <p:spPr>
          <a:xfrm xmlns:a="http://schemas.openxmlformats.org/drawingml/2006/main">
            <a:off x="609600" y="4505325"/>
            <a:ext cx="8077200" cy="809625"/>
          </a:xfrm>
          <a:prstGeom xmlns:a="http://schemas.openxmlformats.org/drawingml/2006/main" prst="roundRect">
            <a:avLst>
              <a:gd name="adj" fmla="val 14118"/>
            </a:avLst>
          </a:prstGeom>
          <a:solidFill xmlns:a="http://schemas.openxmlformats.org/drawingml/2006/main">
            <a:srgbClr val="EAF3FB"/>
          </a:solidFill>
          <a:ln xmlns:a="http://schemas.openxmlformats.org/drawingml/2006/main" w="9525">
            <a:solidFill>
              <a:srgbClr val="EAF3FB"/>
            </a:solidFill>
            <a:prstDash val="solid"/>
          </a:ln>
        </p:spPr>
      </p:sp>
      <p:sp>
        <p:nvSpPr>
          <p:cNvPr id="29" name="">
            <a:extLst xmlns:a="http://schemas.openxmlformats.org/drawingml/2006/main">
              <a:ext uri="{FF2B5EF4-FFF2-40B4-BE49-F238E27FC236}">
                <a16:creationId xmlns:a16="http://schemas.microsoft.com/office/drawing/2014/main" id="{3DEBDC2D-652E-4929-A928-CD588F535801}"/>
              </a:ext>
            </a:extLst>
          </p:cNvPr>
          <p:cNvSpPr>
            <a:spLocks xmlns:a="http://schemas.openxmlformats.org/drawingml/2006/main" noGrp="1"/>
          </p:cNvSpPr>
          <p:nvPr/>
        </p:nvSpPr>
        <p:spPr>
          <a:xfrm xmlns:a="http://schemas.openxmlformats.org/drawingml/2006/main">
            <a:off x="685800" y="4552950"/>
            <a:ext cx="15621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102A43"/>
                </a:solidFill>
              </a:defRPr>
            </a:pPr>
            <a:r>
              <a:rPr sz="1013" b="1">
                <a:solidFill>
                  <a:srgbClr val="102A43"/>
                </a:solidFill>
              </a:rPr>
              <a:t>Mở FIFA+ xem highlights</a:t>
            </a:r>
          </a:p>
        </p:txBody>
      </p:sp>
      <p:sp>
        <p:nvSpPr>
          <p:cNvPr id="30" name="">
            <a:extLst xmlns:a="http://schemas.openxmlformats.org/drawingml/2006/main">
              <a:ext uri="{FF2B5EF4-FFF2-40B4-BE49-F238E27FC236}">
                <a16:creationId xmlns:a16="http://schemas.microsoft.com/office/drawing/2014/main" id="{EF76C2D2-ECFD-495E-85F8-73D1D51345EA}"/>
              </a:ext>
            </a:extLst>
          </p:cNvPr>
          <p:cNvSpPr>
            <a:spLocks xmlns:a="http://schemas.openxmlformats.org/drawingml/2006/main" noGrp="1"/>
          </p:cNvSpPr>
          <p:nvPr/>
        </p:nvSpPr>
        <p:spPr>
          <a:xfrm xmlns:a="http://schemas.openxmlformats.org/drawingml/2006/main">
            <a:off x="2400300" y="4552950"/>
            <a:ext cx="1847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Muốn xem lại tình huống</a:t>
            </a:r>
          </a:p>
        </p:txBody>
      </p:sp>
      <p:sp>
        <p:nvSpPr>
          <p:cNvPr id="31" name="">
            <a:extLst xmlns:a="http://schemas.openxmlformats.org/drawingml/2006/main">
              <a:ext uri="{FF2B5EF4-FFF2-40B4-BE49-F238E27FC236}">
                <a16:creationId xmlns:a16="http://schemas.microsoft.com/office/drawing/2014/main" id="{4960360B-C97B-401B-8B3E-CE4C0BA6F46A}"/>
              </a:ext>
            </a:extLst>
          </p:cNvPr>
          <p:cNvSpPr>
            <a:spLocks xmlns:a="http://schemas.openxmlformats.org/drawingml/2006/main" noGrp="1"/>
          </p:cNvSpPr>
          <p:nvPr/>
        </p:nvSpPr>
        <p:spPr>
          <a:xfrm xmlns:a="http://schemas.openxmlformats.org/drawingml/2006/main">
            <a:off x="4400550" y="4552950"/>
            <a:ext cx="23241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Article/card → FIFA+ → video</a:t>
            </a:r>
          </a:p>
        </p:txBody>
      </p:sp>
      <p:sp>
        <p:nvSpPr>
          <p:cNvPr id="32" name="">
            <a:extLst xmlns:a="http://schemas.openxmlformats.org/drawingml/2006/main">
              <a:ext uri="{FF2B5EF4-FFF2-40B4-BE49-F238E27FC236}">
                <a16:creationId xmlns:a16="http://schemas.microsoft.com/office/drawing/2014/main" id="{6F25817D-324A-4BDB-A8E9-F25CA564A8C0}"/>
              </a:ext>
            </a:extLst>
          </p:cNvPr>
          <p:cNvSpPr>
            <a:spLocks xmlns:a="http://schemas.openxmlformats.org/drawingml/2006/main" noGrp="1"/>
          </p:cNvSpPr>
          <p:nvPr/>
        </p:nvSpPr>
        <p:spPr>
          <a:xfrm xmlns:a="http://schemas.openxmlformats.org/drawingml/2006/main">
            <a:off x="6877050" y="4552950"/>
            <a:ext cx="17335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Video phát đúng nội dung</a:t>
            </a:r>
          </a:p>
        </p:txBody>
      </p:sp>
    </p:spTree>
    <p:extLst>
      <p:ext uri="{BB962C8B-B14F-4D97-AF65-F5344CB8AC3E}">
        <p14:creationId xmlns:p14="http://schemas.microsoft.com/office/powerpoint/2010/main" val="1510113236"/>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630B3E8-8286-43FC-B052-4BB602E270B9}"/>
              </a:ext>
            </a:extLst>
          </p:cNvPr>
          <p:cNvSpPr>
            <a:spLocks xmlns:a="http://schemas.openxmlformats.org/drawingml/2006/main" noGrp="1"/>
          </p:cNvSpPr>
          <p:nvPr/>
        </p:nvSpPr>
        <p:spPr>
          <a:xfrm xmlns:a="http://schemas.openxmlformats.org/drawingml/2006/main">
            <a:off x="609600" y="2286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326295"/>
                </a:solidFill>
              </a:defRPr>
            </a:pPr>
            <a:r>
              <a:rPr sz="1050" b="1">
                <a:solidFill>
                  <a:srgbClr val="326295"/>
                </a:solidFill>
              </a:rPr>
              <a:t>BENEFITS</a:t>
            </a:r>
          </a:p>
        </p:txBody>
      </p:sp>
      <p:sp>
        <p:nvSpPr>
          <p:cNvPr id="2" name="">
            <a:extLst xmlns:a="http://schemas.openxmlformats.org/drawingml/2006/main">
              <a:ext uri="{FF2B5EF4-FFF2-40B4-BE49-F238E27FC236}">
                <a16:creationId xmlns:a16="http://schemas.microsoft.com/office/drawing/2014/main" id="{84DAA7FD-F0DD-4F85-98F7-C555F86718DE}"/>
              </a:ext>
            </a:extLst>
          </p:cNvPr>
          <p:cNvSpPr>
            <a:spLocks xmlns:a="http://schemas.openxmlformats.org/drawingml/2006/main" noGrp="1"/>
          </p:cNvSpPr>
          <p:nvPr/>
        </p:nvSpPr>
        <p:spPr>
          <a:xfrm xmlns:a="http://schemas.openxmlformats.org/drawingml/2006/main">
            <a:off x="609600" y="5143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02A43"/>
                </a:solidFill>
              </a:defRPr>
            </a:pPr>
            <a:r>
              <a:rPr sz="2700" b="1">
                <a:solidFill>
                  <a:srgbClr val="102A43"/>
                </a:solidFill>
              </a:rPr>
              <a:t>Benefits, FIFA.com</a:t>
            </a:r>
          </a:p>
        </p:txBody>
      </p:sp>
      <p:sp>
        <p:nvSpPr>
          <p:cNvPr id="3" name="">
            <a:extLst xmlns:a="http://schemas.openxmlformats.org/drawingml/2006/main">
              <a:ext uri="{FF2B5EF4-FFF2-40B4-BE49-F238E27FC236}">
                <a16:creationId xmlns:a16="http://schemas.microsoft.com/office/drawing/2014/main" id="{B4BE8406-4B15-4C61-BF16-A187FC8316C8}"/>
              </a:ext>
            </a:extLst>
          </p:cNvPr>
          <p:cNvSpPr>
            <a:spLocks xmlns:a="http://schemas.openxmlformats.org/drawingml/2006/main" noGrp="1"/>
          </p:cNvSpPr>
          <p:nvPr/>
        </p:nvSpPr>
        <p:spPr>
          <a:xfrm xmlns:a="http://schemas.openxmlformats.org/drawingml/2006/main">
            <a:off x="11049000" y="2667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1">
                <a:solidFill>
                  <a:srgbClr val="326295"/>
                </a:solidFill>
              </a:defRPr>
            </a:pPr>
            <a:r>
              <a:rPr sz="1200" b="1">
                <a:solidFill>
                  <a:srgbClr val="326295"/>
                </a:solidFill>
              </a:rPr>
              <a:t>03</a:t>
            </a:r>
          </a:p>
        </p:txBody>
      </p:sp>
      <p:sp>
        <p:nvSpPr>
          <p:cNvPr id="4" name="">
            <a:extLst xmlns:a="http://schemas.openxmlformats.org/drawingml/2006/main">
              <a:ext uri="{FF2B5EF4-FFF2-40B4-BE49-F238E27FC236}">
                <a16:creationId xmlns:a16="http://schemas.microsoft.com/office/drawing/2014/main" id="{1996199C-AB6E-4341-8F5B-7ECF8025636D}"/>
              </a:ext>
            </a:extLst>
          </p:cNvPr>
          <p:cNvSpPr>
            <a:spLocks xmlns:a="http://schemas.openxmlformats.org/drawingml/2006/main" noGrp="1"/>
          </p:cNvSpPr>
          <p:nvPr/>
        </p:nvSpPr>
        <p:spPr>
          <a:xfrm xmlns:a="http://schemas.openxmlformats.org/drawingml/2006/main">
            <a:off x="609600" y="1123950"/>
            <a:ext cx="876300" cy="38100"/>
          </a:xfrm>
          <a:prstGeom xmlns:a="http://schemas.openxmlformats.org/drawingml/2006/main" prst="rect">
            <a:avLst/>
          </a:prstGeom>
          <a:solidFill xmlns:a="http://schemas.openxmlformats.org/drawingml/2006/main">
            <a:srgbClr val="326295"/>
          </a:solidFill>
          <a:ln xmlns:a="http://schemas.openxmlformats.org/drawingml/2006/main" w="0">
            <a:solidFill>
              <a:srgbClr val="326295"/>
            </a:solidFill>
            <a:prstDash val="solid"/>
          </a:ln>
        </p:spPr>
      </p:sp>
      <p:sp>
        <p:nvSpPr>
          <p:cNvPr id="5" name="">
            <a:extLst xmlns:a="http://schemas.openxmlformats.org/drawingml/2006/main">
              <a:ext uri="{FF2B5EF4-FFF2-40B4-BE49-F238E27FC236}">
                <a16:creationId xmlns:a16="http://schemas.microsoft.com/office/drawing/2014/main" id="{E4DC82A9-47A5-488E-A917-AF0967C3DBA9}"/>
              </a:ext>
            </a:extLst>
          </p:cNvPr>
          <p:cNvSpPr>
            <a:spLocks xmlns:a="http://schemas.openxmlformats.org/drawingml/2006/main" noGrp="1"/>
          </p:cNvSpPr>
          <p:nvPr/>
        </p:nvSpPr>
        <p:spPr>
          <a:xfrm xmlns:a="http://schemas.openxmlformats.org/drawingml/2006/main">
            <a:off x="609600" y="6572250"/>
            <a:ext cx="4000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4748B"/>
                </a:solidFill>
              </a:defRPr>
            </a:pPr>
            <a:r>
              <a:rPr sz="825" b="0">
                <a:solidFill>
                  <a:srgbClr val="64748B"/>
                </a:solidFill>
              </a:rPr>
              <a:t>HCI • PA1 • FIFA.com</a:t>
            </a:r>
          </a:p>
        </p:txBody>
      </p:sp>
      <p:sp>
        <p:nvSpPr>
          <p:cNvPr id="6" name="">
            <a:extLst xmlns:a="http://schemas.openxmlformats.org/drawingml/2006/main">
              <a:ext uri="{FF2B5EF4-FFF2-40B4-BE49-F238E27FC236}">
                <a16:creationId xmlns:a16="http://schemas.microsoft.com/office/drawing/2014/main" id="{6A4DFDDB-A8E5-4D49-8713-6FED726EBD19}"/>
              </a:ext>
            </a:extLst>
          </p:cNvPr>
          <p:cNvSpPr>
            <a:spLocks xmlns:a="http://schemas.openxmlformats.org/drawingml/2006/main" noGrp="1"/>
          </p:cNvSpPr>
          <p:nvPr/>
        </p:nvSpPr>
        <p:spPr>
          <a:xfrm xmlns:a="http://schemas.openxmlformats.org/drawingml/2006/main">
            <a:off x="10668000" y="657225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4748B"/>
                </a:solidFill>
              </a:defRPr>
            </a:pPr>
            <a:r>
              <a:rPr sz="825" b="0">
                <a:solidFill>
                  <a:srgbClr val="64748B"/>
                </a:solidFill>
              </a:rPr>
              <a:t>3 / 12</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b58a906ffde840dd"/>
          <a:stretch xmlns:a="http://schemas.openxmlformats.org/drawingml/2006/main"/>
        </p:blipFill>
        <p:spPr>
          <a:xfrm xmlns:a="http://schemas.openxmlformats.org/drawingml/2006/main">
            <a:off x="9258300" y="1466850"/>
            <a:ext cx="2057400" cy="1428750"/>
          </a:xfrm>
          <a:prstGeom xmlns:a="http://schemas.openxmlformats.org/drawingml/2006/main" prst="roundRect">
            <a:avLst>
              <a:gd name="adj" fmla="val 8000"/>
            </a:avLst>
          </a:prstGeom>
        </p:spPr>
      </p:pic>
      <p:sp>
        <p:nvSpPr>
          <p:cNvPr id="8" name="">
            <a:extLst xmlns:a="http://schemas.openxmlformats.org/drawingml/2006/main">
              <a:ext uri="{FF2B5EF4-FFF2-40B4-BE49-F238E27FC236}">
                <a16:creationId xmlns:a16="http://schemas.microsoft.com/office/drawing/2014/main" id="{2499735D-A96A-47A9-952C-AE37F484C160}"/>
              </a:ext>
            </a:extLst>
          </p:cNvPr>
          <p:cNvSpPr>
            <a:spLocks xmlns:a="http://schemas.openxmlformats.org/drawingml/2006/main" noGrp="1"/>
          </p:cNvSpPr>
          <p:nvPr/>
        </p:nvSpPr>
        <p:spPr>
          <a:xfrm xmlns:a="http://schemas.openxmlformats.org/drawingml/2006/main">
            <a:off x="609600" y="1466850"/>
            <a:ext cx="8077200" cy="381000"/>
          </a:xfrm>
          <a:prstGeom xmlns:a="http://schemas.openxmlformats.org/drawingml/2006/main" prst="roundRect">
            <a:avLst>
              <a:gd name="adj" fmla="val 30000"/>
            </a:avLst>
          </a:prstGeom>
          <a:solidFill xmlns:a="http://schemas.openxmlformats.org/drawingml/2006/main">
            <a:srgbClr val="102A43"/>
          </a:solidFill>
          <a:ln xmlns:a="http://schemas.openxmlformats.org/drawingml/2006/main" w="9525">
            <a:solidFill>
              <a:srgbClr val="102A43"/>
            </a:solidFill>
            <a:prstDash val="solid"/>
          </a:ln>
        </p:spPr>
      </p:sp>
      <p:sp>
        <p:nvSpPr>
          <p:cNvPr id="9" name="">
            <a:extLst xmlns:a="http://schemas.openxmlformats.org/drawingml/2006/main">
              <a:ext uri="{FF2B5EF4-FFF2-40B4-BE49-F238E27FC236}">
                <a16:creationId xmlns:a16="http://schemas.microsoft.com/office/drawing/2014/main" id="{4BB88BEE-ABEE-4EBB-AAF3-8F8B914B0ECA}"/>
              </a:ext>
            </a:extLst>
          </p:cNvPr>
          <p:cNvSpPr>
            <a:spLocks xmlns:a="http://schemas.openxmlformats.org/drawingml/2006/main" noGrp="1"/>
          </p:cNvSpPr>
          <p:nvPr/>
        </p:nvSpPr>
        <p:spPr>
          <a:xfrm xmlns:a="http://schemas.openxmlformats.org/drawingml/2006/main">
            <a:off x="685800" y="1504950"/>
            <a:ext cx="14192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Benefit</a:t>
            </a:r>
          </a:p>
        </p:txBody>
      </p:sp>
      <p:sp>
        <p:nvSpPr>
          <p:cNvPr id="10" name="">
            <a:extLst xmlns:a="http://schemas.openxmlformats.org/drawingml/2006/main">
              <a:ext uri="{FF2B5EF4-FFF2-40B4-BE49-F238E27FC236}">
                <a16:creationId xmlns:a16="http://schemas.microsoft.com/office/drawing/2014/main" id="{343EE2E2-59E3-4B92-AAEB-DF3174C61E0D}"/>
              </a:ext>
            </a:extLst>
          </p:cNvPr>
          <p:cNvSpPr>
            <a:spLocks xmlns:a="http://schemas.openxmlformats.org/drawingml/2006/main" noGrp="1"/>
          </p:cNvSpPr>
          <p:nvPr/>
        </p:nvSpPr>
        <p:spPr>
          <a:xfrm xmlns:a="http://schemas.openxmlformats.org/drawingml/2006/main">
            <a:off x="2257425" y="1504950"/>
            <a:ext cx="15144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UI liên quan</a:t>
            </a:r>
          </a:p>
        </p:txBody>
      </p:sp>
      <p:sp>
        <p:nvSpPr>
          <p:cNvPr id="11" name="">
            <a:extLst xmlns:a="http://schemas.openxmlformats.org/drawingml/2006/main">
              <a:ext uri="{FF2B5EF4-FFF2-40B4-BE49-F238E27FC236}">
                <a16:creationId xmlns:a16="http://schemas.microsoft.com/office/drawing/2014/main" id="{7335F124-FACA-4F47-93A3-ACE382BF5E6E}"/>
              </a:ext>
            </a:extLst>
          </p:cNvPr>
          <p:cNvSpPr>
            <a:spLocks xmlns:a="http://schemas.openxmlformats.org/drawingml/2006/main" noGrp="1"/>
          </p:cNvSpPr>
          <p:nvPr/>
        </p:nvSpPr>
        <p:spPr>
          <a:xfrm xmlns:a="http://schemas.openxmlformats.org/drawingml/2006/main">
            <a:off x="3924300" y="1504950"/>
            <a:ext cx="146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HCI concept</a:t>
            </a:r>
          </a:p>
        </p:txBody>
      </p:sp>
      <p:sp>
        <p:nvSpPr>
          <p:cNvPr id="12" name="">
            <a:extLst xmlns:a="http://schemas.openxmlformats.org/drawingml/2006/main">
              <a:ext uri="{FF2B5EF4-FFF2-40B4-BE49-F238E27FC236}">
                <a16:creationId xmlns:a16="http://schemas.microsoft.com/office/drawing/2014/main" id="{88E86185-4B77-4DB8-BD5F-A60D91C0FDA0}"/>
              </a:ext>
            </a:extLst>
          </p:cNvPr>
          <p:cNvSpPr>
            <a:spLocks xmlns:a="http://schemas.openxmlformats.org/drawingml/2006/main" noGrp="1"/>
          </p:cNvSpPr>
          <p:nvPr/>
        </p:nvSpPr>
        <p:spPr>
          <a:xfrm xmlns:a="http://schemas.openxmlformats.org/drawingml/2006/main">
            <a:off x="5543550" y="1504950"/>
            <a:ext cx="15144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Tác động</a:t>
            </a:r>
          </a:p>
        </p:txBody>
      </p:sp>
      <p:sp>
        <p:nvSpPr>
          <p:cNvPr id="13" name="">
            <a:extLst xmlns:a="http://schemas.openxmlformats.org/drawingml/2006/main">
              <a:ext uri="{FF2B5EF4-FFF2-40B4-BE49-F238E27FC236}">
                <a16:creationId xmlns:a16="http://schemas.microsoft.com/office/drawing/2014/main" id="{8D0ECC60-B64D-4ADF-AC01-0F080234E7C2}"/>
              </a:ext>
            </a:extLst>
          </p:cNvPr>
          <p:cNvSpPr>
            <a:spLocks xmlns:a="http://schemas.openxmlformats.org/drawingml/2006/main" noGrp="1"/>
          </p:cNvSpPr>
          <p:nvPr/>
        </p:nvSpPr>
        <p:spPr>
          <a:xfrm xmlns:a="http://schemas.openxmlformats.org/drawingml/2006/main">
            <a:off x="7210425" y="1504950"/>
            <a:ext cx="14001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Ví dụ</a:t>
            </a:r>
          </a:p>
        </p:txBody>
      </p:sp>
      <p:sp>
        <p:nvSpPr>
          <p:cNvPr id="14" name="">
            <a:extLst xmlns:a="http://schemas.openxmlformats.org/drawingml/2006/main">
              <a:ext uri="{FF2B5EF4-FFF2-40B4-BE49-F238E27FC236}">
                <a16:creationId xmlns:a16="http://schemas.microsoft.com/office/drawing/2014/main" id="{8A2A0B83-1051-41DF-B234-32BBFABA1C56}"/>
              </a:ext>
            </a:extLst>
          </p:cNvPr>
          <p:cNvSpPr>
            <a:spLocks xmlns:a="http://schemas.openxmlformats.org/drawingml/2006/main" noGrp="1"/>
          </p:cNvSpPr>
          <p:nvPr/>
        </p:nvSpPr>
        <p:spPr>
          <a:xfrm xmlns:a="http://schemas.openxmlformats.org/drawingml/2006/main">
            <a:off x="609600" y="1905000"/>
            <a:ext cx="8077200" cy="809625"/>
          </a:xfrm>
          <a:prstGeom xmlns:a="http://schemas.openxmlformats.org/drawingml/2006/main" prst="roundRect">
            <a:avLst>
              <a:gd name="adj" fmla="val 14118"/>
            </a:avLst>
          </a:prstGeom>
          <a:solidFill xmlns:a="http://schemas.openxmlformats.org/drawingml/2006/main">
            <a:srgbClr val="FFFFFF"/>
          </a:solidFill>
          <a:ln xmlns:a="http://schemas.openxmlformats.org/drawingml/2006/main" w="9525">
            <a:solidFill>
              <a:srgbClr val="EAF3FB"/>
            </a:solidFill>
            <a:prstDash val="solid"/>
          </a:ln>
        </p:spPr>
      </p:sp>
      <p:sp>
        <p:nvSpPr>
          <p:cNvPr id="15" name="">
            <a:extLst xmlns:a="http://schemas.openxmlformats.org/drawingml/2006/main">
              <a:ext uri="{FF2B5EF4-FFF2-40B4-BE49-F238E27FC236}">
                <a16:creationId xmlns:a16="http://schemas.microsoft.com/office/drawing/2014/main" id="{63B6DC64-DA25-4450-AE34-BE51D53415BA}"/>
              </a:ext>
            </a:extLst>
          </p:cNvPr>
          <p:cNvSpPr>
            <a:spLocks xmlns:a="http://schemas.openxmlformats.org/drawingml/2006/main" noGrp="1"/>
          </p:cNvSpPr>
          <p:nvPr/>
        </p:nvSpPr>
        <p:spPr>
          <a:xfrm xmlns:a="http://schemas.openxmlformats.org/drawingml/2006/main">
            <a:off x="685800" y="1952625"/>
            <a:ext cx="14192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102A43"/>
                </a:solidFill>
              </a:defRPr>
            </a:pPr>
            <a:r>
              <a:rPr sz="1013" b="1">
                <a:solidFill>
                  <a:srgbClr val="102A43"/>
                </a:solidFill>
              </a:rPr>
              <a:t>Thông tin chính thức</a:t>
            </a:r>
          </a:p>
        </p:txBody>
      </p:sp>
      <p:sp>
        <p:nvSpPr>
          <p:cNvPr id="16" name="">
            <a:extLst xmlns:a="http://schemas.openxmlformats.org/drawingml/2006/main">
              <a:ext uri="{FF2B5EF4-FFF2-40B4-BE49-F238E27FC236}">
                <a16:creationId xmlns:a16="http://schemas.microsoft.com/office/drawing/2014/main" id="{4EC58EFC-930A-4769-8443-211E848BAA53}"/>
              </a:ext>
            </a:extLst>
          </p:cNvPr>
          <p:cNvSpPr>
            <a:spLocks xmlns:a="http://schemas.openxmlformats.org/drawingml/2006/main" noGrp="1"/>
          </p:cNvSpPr>
          <p:nvPr/>
        </p:nvSpPr>
        <p:spPr>
          <a:xfrm xmlns:a="http://schemas.openxmlformats.org/drawingml/2006/main">
            <a:off x="2257425" y="1952625"/>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Article + nhãn giải</a:t>
            </a:r>
          </a:p>
        </p:txBody>
      </p:sp>
      <p:sp>
        <p:nvSpPr>
          <p:cNvPr id="17" name="">
            <a:extLst xmlns:a="http://schemas.openxmlformats.org/drawingml/2006/main">
              <a:ext uri="{FF2B5EF4-FFF2-40B4-BE49-F238E27FC236}">
                <a16:creationId xmlns:a16="http://schemas.microsoft.com/office/drawing/2014/main" id="{67752BC4-D14B-420A-AD3C-CE919ABDB5D8}"/>
              </a:ext>
            </a:extLst>
          </p:cNvPr>
          <p:cNvSpPr>
            <a:spLocks xmlns:a="http://schemas.openxmlformats.org/drawingml/2006/main" noGrp="1"/>
          </p:cNvSpPr>
          <p:nvPr/>
        </p:nvSpPr>
        <p:spPr>
          <a:xfrm xmlns:a="http://schemas.openxmlformats.org/drawingml/2006/main">
            <a:off x="3924300" y="1952625"/>
            <a:ext cx="1466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Recognition over recall</a:t>
            </a:r>
          </a:p>
        </p:txBody>
      </p:sp>
      <p:sp>
        <p:nvSpPr>
          <p:cNvPr id="18" name="">
            <a:extLst xmlns:a="http://schemas.openxmlformats.org/drawingml/2006/main">
              <a:ext uri="{FF2B5EF4-FFF2-40B4-BE49-F238E27FC236}">
                <a16:creationId xmlns:a16="http://schemas.microsoft.com/office/drawing/2014/main" id="{2692C176-AA0A-44A7-BE7D-59B900FC2AB6}"/>
              </a:ext>
            </a:extLst>
          </p:cNvPr>
          <p:cNvSpPr>
            <a:spLocks xmlns:a="http://schemas.openxmlformats.org/drawingml/2006/main" noGrp="1"/>
          </p:cNvSpPr>
          <p:nvPr/>
        </p:nvSpPr>
        <p:spPr>
          <a:xfrm xmlns:a="http://schemas.openxmlformats.org/drawingml/2006/main">
            <a:off x="5543550" y="1952625"/>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Tin cậy nguồn</a:t>
            </a:r>
          </a:p>
        </p:txBody>
      </p:sp>
      <p:sp>
        <p:nvSpPr>
          <p:cNvPr id="19" name="">
            <a:extLst xmlns:a="http://schemas.openxmlformats.org/drawingml/2006/main">
              <a:ext uri="{FF2B5EF4-FFF2-40B4-BE49-F238E27FC236}">
                <a16:creationId xmlns:a16="http://schemas.microsoft.com/office/drawing/2014/main" id="{9D6415D6-65D1-440C-A5CF-F5948F5F84DC}"/>
              </a:ext>
            </a:extLst>
          </p:cNvPr>
          <p:cNvSpPr>
            <a:spLocks xmlns:a="http://schemas.openxmlformats.org/drawingml/2006/main" noGrp="1"/>
          </p:cNvSpPr>
          <p:nvPr/>
        </p:nvSpPr>
        <p:spPr>
          <a:xfrm xmlns:a="http://schemas.openxmlformats.org/drawingml/2006/main">
            <a:off x="7210425" y="1952625"/>
            <a:ext cx="1400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Sinh viên trích bài FIFA</a:t>
            </a:r>
          </a:p>
        </p:txBody>
      </p:sp>
      <p:sp>
        <p:nvSpPr>
          <p:cNvPr id="20" name="">
            <a:extLst xmlns:a="http://schemas.openxmlformats.org/drawingml/2006/main">
              <a:ext uri="{FF2B5EF4-FFF2-40B4-BE49-F238E27FC236}">
                <a16:creationId xmlns:a16="http://schemas.microsoft.com/office/drawing/2014/main" id="{C8A89682-F0AF-48EC-8DC8-18834029C6D2}"/>
              </a:ext>
            </a:extLst>
          </p:cNvPr>
          <p:cNvSpPr>
            <a:spLocks xmlns:a="http://schemas.openxmlformats.org/drawingml/2006/main" noGrp="1"/>
          </p:cNvSpPr>
          <p:nvPr/>
        </p:nvSpPr>
        <p:spPr>
          <a:xfrm xmlns:a="http://schemas.openxmlformats.org/drawingml/2006/main">
            <a:off x="609600" y="2771775"/>
            <a:ext cx="8077200" cy="809625"/>
          </a:xfrm>
          <a:prstGeom xmlns:a="http://schemas.openxmlformats.org/drawingml/2006/main" prst="roundRect">
            <a:avLst>
              <a:gd name="adj" fmla="val 14118"/>
            </a:avLst>
          </a:prstGeom>
          <a:solidFill xmlns:a="http://schemas.openxmlformats.org/drawingml/2006/main">
            <a:srgbClr val="EAF3FB"/>
          </a:solidFill>
          <a:ln xmlns:a="http://schemas.openxmlformats.org/drawingml/2006/main" w="9525">
            <a:solidFill>
              <a:srgbClr val="EAF3FB"/>
            </a:solidFill>
            <a:prstDash val="solid"/>
          </a:ln>
        </p:spPr>
      </p:sp>
      <p:sp>
        <p:nvSpPr>
          <p:cNvPr id="21" name="">
            <a:extLst xmlns:a="http://schemas.openxmlformats.org/drawingml/2006/main">
              <a:ext uri="{FF2B5EF4-FFF2-40B4-BE49-F238E27FC236}">
                <a16:creationId xmlns:a16="http://schemas.microsoft.com/office/drawing/2014/main" id="{D9821BE6-0F71-41D2-A515-2611A5BAB89E}"/>
              </a:ext>
            </a:extLst>
          </p:cNvPr>
          <p:cNvSpPr>
            <a:spLocks xmlns:a="http://schemas.openxmlformats.org/drawingml/2006/main" noGrp="1"/>
          </p:cNvSpPr>
          <p:nvPr/>
        </p:nvSpPr>
        <p:spPr>
          <a:xfrm xmlns:a="http://schemas.openxmlformats.org/drawingml/2006/main">
            <a:off x="685800" y="2819400"/>
            <a:ext cx="14192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102A43"/>
                </a:solidFill>
              </a:defRPr>
            </a:pPr>
            <a:r>
              <a:rPr sz="1013" b="1">
                <a:solidFill>
                  <a:srgbClr val="102A43"/>
                </a:solidFill>
              </a:rPr>
              <a:t>Match Centre tập trung</a:t>
            </a:r>
          </a:p>
        </p:txBody>
      </p:sp>
      <p:sp>
        <p:nvSpPr>
          <p:cNvPr id="22" name="">
            <a:extLst xmlns:a="http://schemas.openxmlformats.org/drawingml/2006/main">
              <a:ext uri="{FF2B5EF4-FFF2-40B4-BE49-F238E27FC236}">
                <a16:creationId xmlns:a16="http://schemas.microsoft.com/office/drawing/2014/main" id="{B4A4B92E-5446-4655-A623-F5C4E195C3E8}"/>
              </a:ext>
            </a:extLst>
          </p:cNvPr>
          <p:cNvSpPr>
            <a:spLocks xmlns:a="http://schemas.openxmlformats.org/drawingml/2006/main" noGrp="1"/>
          </p:cNvSpPr>
          <p:nvPr/>
        </p:nvSpPr>
        <p:spPr>
          <a:xfrm xmlns:a="http://schemas.openxmlformats.org/drawingml/2006/main">
            <a:off x="2257425" y="2819400"/>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Lịch, tỉ số, trạng thái</a:t>
            </a:r>
          </a:p>
        </p:txBody>
      </p:sp>
      <p:sp>
        <p:nvSpPr>
          <p:cNvPr id="23" name="">
            <a:extLst xmlns:a="http://schemas.openxmlformats.org/drawingml/2006/main">
              <a:ext uri="{FF2B5EF4-FFF2-40B4-BE49-F238E27FC236}">
                <a16:creationId xmlns:a16="http://schemas.microsoft.com/office/drawing/2014/main" id="{0822ABD6-69D2-4FBD-9257-61FED504FD64}"/>
              </a:ext>
            </a:extLst>
          </p:cNvPr>
          <p:cNvSpPr>
            <a:spLocks xmlns:a="http://schemas.openxmlformats.org/drawingml/2006/main" noGrp="1"/>
          </p:cNvSpPr>
          <p:nvPr/>
        </p:nvSpPr>
        <p:spPr>
          <a:xfrm xmlns:a="http://schemas.openxmlformats.org/drawingml/2006/main">
            <a:off x="3924300" y="2819400"/>
            <a:ext cx="1466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Visibility + Feedback</a:t>
            </a:r>
          </a:p>
        </p:txBody>
      </p:sp>
      <p:sp>
        <p:nvSpPr>
          <p:cNvPr id="24" name="">
            <a:extLst xmlns:a="http://schemas.openxmlformats.org/drawingml/2006/main">
              <a:ext uri="{FF2B5EF4-FFF2-40B4-BE49-F238E27FC236}">
                <a16:creationId xmlns:a16="http://schemas.microsoft.com/office/drawing/2014/main" id="{E09C43E5-A4E6-4741-B961-A9DF75590B7A}"/>
              </a:ext>
            </a:extLst>
          </p:cNvPr>
          <p:cNvSpPr>
            <a:spLocks xmlns:a="http://schemas.openxmlformats.org/drawingml/2006/main" noGrp="1"/>
          </p:cNvSpPr>
          <p:nvPr/>
        </p:nvSpPr>
        <p:spPr>
          <a:xfrm xmlns:a="http://schemas.openxmlformats.org/drawingml/2006/main">
            <a:off x="5543550" y="2819400"/>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Theo dõi nhanh</a:t>
            </a:r>
          </a:p>
        </p:txBody>
      </p:sp>
      <p:sp>
        <p:nvSpPr>
          <p:cNvPr id="25" name="">
            <a:extLst xmlns:a="http://schemas.openxmlformats.org/drawingml/2006/main">
              <a:ext uri="{FF2B5EF4-FFF2-40B4-BE49-F238E27FC236}">
                <a16:creationId xmlns:a16="http://schemas.microsoft.com/office/drawing/2014/main" id="{46F09ACE-9979-4077-96AD-00417904F6EC}"/>
              </a:ext>
            </a:extLst>
          </p:cNvPr>
          <p:cNvSpPr>
            <a:spLocks xmlns:a="http://schemas.openxmlformats.org/drawingml/2006/main" noGrp="1"/>
          </p:cNvSpPr>
          <p:nvPr/>
        </p:nvSpPr>
        <p:spPr>
          <a:xfrm xmlns:a="http://schemas.openxmlformats.org/drawingml/2006/main">
            <a:off x="7210425" y="2819400"/>
            <a:ext cx="1400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Fan kiểm tra trận hôm nay</a:t>
            </a:r>
          </a:p>
        </p:txBody>
      </p:sp>
      <p:sp>
        <p:nvSpPr>
          <p:cNvPr id="26" name="">
            <a:extLst xmlns:a="http://schemas.openxmlformats.org/drawingml/2006/main">
              <a:ext uri="{FF2B5EF4-FFF2-40B4-BE49-F238E27FC236}">
                <a16:creationId xmlns:a16="http://schemas.microsoft.com/office/drawing/2014/main" id="{047FFA1F-6F90-4226-81CE-6B490C05AAF2}"/>
              </a:ext>
            </a:extLst>
          </p:cNvPr>
          <p:cNvSpPr>
            <a:spLocks xmlns:a="http://schemas.openxmlformats.org/drawingml/2006/main" noGrp="1"/>
          </p:cNvSpPr>
          <p:nvPr/>
        </p:nvSpPr>
        <p:spPr>
          <a:xfrm xmlns:a="http://schemas.openxmlformats.org/drawingml/2006/main">
            <a:off x="609600" y="3638550"/>
            <a:ext cx="8077200" cy="809625"/>
          </a:xfrm>
          <a:prstGeom xmlns:a="http://schemas.openxmlformats.org/drawingml/2006/main" prst="roundRect">
            <a:avLst>
              <a:gd name="adj" fmla="val 14118"/>
            </a:avLst>
          </a:prstGeom>
          <a:solidFill xmlns:a="http://schemas.openxmlformats.org/drawingml/2006/main">
            <a:srgbClr val="FFFFFF"/>
          </a:solidFill>
          <a:ln xmlns:a="http://schemas.openxmlformats.org/drawingml/2006/main" w="9525">
            <a:solidFill>
              <a:srgbClr val="EAF3FB"/>
            </a:solidFill>
            <a:prstDash val="solid"/>
          </a:ln>
        </p:spPr>
      </p:sp>
      <p:sp>
        <p:nvSpPr>
          <p:cNvPr id="27" name="">
            <a:extLst xmlns:a="http://schemas.openxmlformats.org/drawingml/2006/main">
              <a:ext uri="{FF2B5EF4-FFF2-40B4-BE49-F238E27FC236}">
                <a16:creationId xmlns:a16="http://schemas.microsoft.com/office/drawing/2014/main" id="{52A5BCE4-8729-4F06-90F8-B2161E251313}"/>
              </a:ext>
            </a:extLst>
          </p:cNvPr>
          <p:cNvSpPr>
            <a:spLocks xmlns:a="http://schemas.openxmlformats.org/drawingml/2006/main" noGrp="1"/>
          </p:cNvSpPr>
          <p:nvPr/>
        </p:nvSpPr>
        <p:spPr>
          <a:xfrm xmlns:a="http://schemas.openxmlformats.org/drawingml/2006/main">
            <a:off x="685800" y="3686175"/>
            <a:ext cx="14192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102A43"/>
                </a:solidFill>
              </a:defRPr>
            </a:pPr>
            <a:r>
              <a:rPr sz="1013" b="1">
                <a:solidFill>
                  <a:srgbClr val="102A43"/>
                </a:solidFill>
              </a:rPr>
              <a:t>Trang giải theo ngữ cảnh</a:t>
            </a:r>
          </a:p>
        </p:txBody>
      </p:sp>
      <p:sp>
        <p:nvSpPr>
          <p:cNvPr id="28" name="">
            <a:extLst xmlns:a="http://schemas.openxmlformats.org/drawingml/2006/main">
              <a:ext uri="{FF2B5EF4-FFF2-40B4-BE49-F238E27FC236}">
                <a16:creationId xmlns:a16="http://schemas.microsoft.com/office/drawing/2014/main" id="{A0B1C3BD-35D0-40CD-9F02-F6DD399EFB8B}"/>
              </a:ext>
            </a:extLst>
          </p:cNvPr>
          <p:cNvSpPr>
            <a:spLocks xmlns:a="http://schemas.openxmlformats.org/drawingml/2006/main" noGrp="1"/>
          </p:cNvSpPr>
          <p:nvPr/>
        </p:nvSpPr>
        <p:spPr>
          <a:xfrm xmlns:a="http://schemas.openxmlformats.org/drawingml/2006/main">
            <a:off x="2257425" y="3686175"/>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Hero, tab, nội dung liên quan</a:t>
            </a:r>
          </a:p>
        </p:txBody>
      </p:sp>
      <p:sp>
        <p:nvSpPr>
          <p:cNvPr id="29" name="">
            <a:extLst xmlns:a="http://schemas.openxmlformats.org/drawingml/2006/main">
              <a:ext uri="{FF2B5EF4-FFF2-40B4-BE49-F238E27FC236}">
                <a16:creationId xmlns:a16="http://schemas.microsoft.com/office/drawing/2014/main" id="{A1E0D510-7308-4171-85FE-0950C49D84F1}"/>
              </a:ext>
            </a:extLst>
          </p:cNvPr>
          <p:cNvSpPr>
            <a:spLocks xmlns:a="http://schemas.openxmlformats.org/drawingml/2006/main" noGrp="1"/>
          </p:cNvSpPr>
          <p:nvPr/>
        </p:nvSpPr>
        <p:spPr>
          <a:xfrm xmlns:a="http://schemas.openxmlformats.org/drawingml/2006/main">
            <a:off x="3924300" y="3686175"/>
            <a:ext cx="1466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Information scent</a:t>
            </a:r>
          </a:p>
        </p:txBody>
      </p:sp>
      <p:sp>
        <p:nvSpPr>
          <p:cNvPr id="30" name="">
            <a:extLst xmlns:a="http://schemas.openxmlformats.org/drawingml/2006/main">
              <a:ext uri="{FF2B5EF4-FFF2-40B4-BE49-F238E27FC236}">
                <a16:creationId xmlns:a16="http://schemas.microsoft.com/office/drawing/2014/main" id="{35F03B32-1192-48A9-8348-1E4007EC19D9}"/>
              </a:ext>
            </a:extLst>
          </p:cNvPr>
          <p:cNvSpPr>
            <a:spLocks xmlns:a="http://schemas.openxmlformats.org/drawingml/2006/main" noGrp="1"/>
          </p:cNvSpPr>
          <p:nvPr/>
        </p:nvSpPr>
        <p:spPr>
          <a:xfrm xmlns:a="http://schemas.openxmlformats.org/drawingml/2006/main">
            <a:off x="5543550" y="3686175"/>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Giảm tìm kiếm lại</a:t>
            </a:r>
          </a:p>
        </p:txBody>
      </p:sp>
      <p:sp>
        <p:nvSpPr>
          <p:cNvPr id="31" name="">
            <a:extLst xmlns:a="http://schemas.openxmlformats.org/drawingml/2006/main">
              <a:ext uri="{FF2B5EF4-FFF2-40B4-BE49-F238E27FC236}">
                <a16:creationId xmlns:a16="http://schemas.microsoft.com/office/drawing/2014/main" id="{A3D16037-422E-4CCD-B6E0-4F0727BFBDF2}"/>
              </a:ext>
            </a:extLst>
          </p:cNvPr>
          <p:cNvSpPr>
            <a:spLocks xmlns:a="http://schemas.openxmlformats.org/drawingml/2006/main" noGrp="1"/>
          </p:cNvSpPr>
          <p:nvPr/>
        </p:nvSpPr>
        <p:spPr>
          <a:xfrm xmlns:a="http://schemas.openxmlformats.org/drawingml/2006/main">
            <a:off x="7210425" y="3686175"/>
            <a:ext cx="1400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Follower ở lại trong giải</a:t>
            </a:r>
          </a:p>
        </p:txBody>
      </p:sp>
      <p:sp>
        <p:nvSpPr>
          <p:cNvPr id="32" name="">
            <a:extLst xmlns:a="http://schemas.openxmlformats.org/drawingml/2006/main">
              <a:ext uri="{FF2B5EF4-FFF2-40B4-BE49-F238E27FC236}">
                <a16:creationId xmlns:a16="http://schemas.microsoft.com/office/drawing/2014/main" id="{EF0891D7-2200-4583-8D3E-B468AF3FFB91}"/>
              </a:ext>
            </a:extLst>
          </p:cNvPr>
          <p:cNvSpPr>
            <a:spLocks xmlns:a="http://schemas.openxmlformats.org/drawingml/2006/main" noGrp="1"/>
          </p:cNvSpPr>
          <p:nvPr/>
        </p:nvSpPr>
        <p:spPr>
          <a:xfrm xmlns:a="http://schemas.openxmlformats.org/drawingml/2006/main">
            <a:off x="609600" y="4505325"/>
            <a:ext cx="8077200" cy="809625"/>
          </a:xfrm>
          <a:prstGeom xmlns:a="http://schemas.openxmlformats.org/drawingml/2006/main" prst="roundRect">
            <a:avLst>
              <a:gd name="adj" fmla="val 14118"/>
            </a:avLst>
          </a:prstGeom>
          <a:solidFill xmlns:a="http://schemas.openxmlformats.org/drawingml/2006/main">
            <a:srgbClr val="EAF3FB"/>
          </a:solidFill>
          <a:ln xmlns:a="http://schemas.openxmlformats.org/drawingml/2006/main" w="9525">
            <a:solidFill>
              <a:srgbClr val="EAF3FB"/>
            </a:solidFill>
            <a:prstDash val="solid"/>
          </a:ln>
        </p:spPr>
      </p:sp>
      <p:sp>
        <p:nvSpPr>
          <p:cNvPr id="33" name="">
            <a:extLst xmlns:a="http://schemas.openxmlformats.org/drawingml/2006/main">
              <a:ext uri="{FF2B5EF4-FFF2-40B4-BE49-F238E27FC236}">
                <a16:creationId xmlns:a16="http://schemas.microsoft.com/office/drawing/2014/main" id="{1FB0C291-C573-4DD9-8DEF-098117F93F4C}"/>
              </a:ext>
            </a:extLst>
          </p:cNvPr>
          <p:cNvSpPr>
            <a:spLocks xmlns:a="http://schemas.openxmlformats.org/drawingml/2006/main" noGrp="1"/>
          </p:cNvSpPr>
          <p:nvPr/>
        </p:nvSpPr>
        <p:spPr>
          <a:xfrm xmlns:a="http://schemas.openxmlformats.org/drawingml/2006/main">
            <a:off x="685800" y="4552950"/>
            <a:ext cx="14192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102A43"/>
                </a:solidFill>
              </a:defRPr>
            </a:pPr>
            <a:r>
              <a:rPr sz="1013" b="1">
                <a:solidFill>
                  <a:srgbClr val="102A43"/>
                </a:solidFill>
              </a:rPr>
              <a:t>Responsive đa thiết bị</a:t>
            </a:r>
          </a:p>
        </p:txBody>
      </p:sp>
      <p:sp>
        <p:nvSpPr>
          <p:cNvPr id="34" name="">
            <a:extLst xmlns:a="http://schemas.openxmlformats.org/drawingml/2006/main">
              <a:ext uri="{FF2B5EF4-FFF2-40B4-BE49-F238E27FC236}">
                <a16:creationId xmlns:a16="http://schemas.microsoft.com/office/drawing/2014/main" id="{CBCB5E84-0C76-4F22-B01F-07D9A20512B6}"/>
              </a:ext>
            </a:extLst>
          </p:cNvPr>
          <p:cNvSpPr>
            <a:spLocks xmlns:a="http://schemas.openxmlformats.org/drawingml/2006/main" noGrp="1"/>
          </p:cNvSpPr>
          <p:nvPr/>
        </p:nvSpPr>
        <p:spPr>
          <a:xfrm xmlns:a="http://schemas.openxmlformats.org/drawingml/2006/main">
            <a:off x="2257425" y="4552950"/>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Menu và layout thích nghi</a:t>
            </a:r>
          </a:p>
        </p:txBody>
      </p:sp>
      <p:sp>
        <p:nvSpPr>
          <p:cNvPr id="35" name="">
            <a:extLst xmlns:a="http://schemas.openxmlformats.org/drawingml/2006/main">
              <a:ext uri="{FF2B5EF4-FFF2-40B4-BE49-F238E27FC236}">
                <a16:creationId xmlns:a16="http://schemas.microsoft.com/office/drawing/2014/main" id="{955FFF5C-4C71-43EB-833B-9423A9F373F4}"/>
              </a:ext>
            </a:extLst>
          </p:cNvPr>
          <p:cNvSpPr>
            <a:spLocks xmlns:a="http://schemas.openxmlformats.org/drawingml/2006/main" noGrp="1"/>
          </p:cNvSpPr>
          <p:nvPr/>
        </p:nvSpPr>
        <p:spPr>
          <a:xfrm xmlns:a="http://schemas.openxmlformats.org/drawingml/2006/main">
            <a:off x="3924300" y="4552950"/>
            <a:ext cx="1466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Consistency</a:t>
            </a:r>
          </a:p>
        </p:txBody>
      </p:sp>
      <p:sp>
        <p:nvSpPr>
          <p:cNvPr id="36" name="">
            <a:extLst xmlns:a="http://schemas.openxmlformats.org/drawingml/2006/main">
              <a:ext uri="{FF2B5EF4-FFF2-40B4-BE49-F238E27FC236}">
                <a16:creationId xmlns:a16="http://schemas.microsoft.com/office/drawing/2014/main" id="{D60F8F32-206F-48F8-BA5B-B977ABB172E1}"/>
              </a:ext>
            </a:extLst>
          </p:cNvPr>
          <p:cNvSpPr>
            <a:spLocks xmlns:a="http://schemas.openxmlformats.org/drawingml/2006/main" noGrp="1"/>
          </p:cNvSpPr>
          <p:nvPr/>
        </p:nvSpPr>
        <p:spPr>
          <a:xfrm xmlns:a="http://schemas.openxmlformats.org/drawingml/2006/main">
            <a:off x="5543550" y="4552950"/>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Dùng liên tục</a:t>
            </a:r>
          </a:p>
        </p:txBody>
      </p:sp>
      <p:sp>
        <p:nvSpPr>
          <p:cNvPr id="37" name="">
            <a:extLst xmlns:a="http://schemas.openxmlformats.org/drawingml/2006/main">
              <a:ext uri="{FF2B5EF4-FFF2-40B4-BE49-F238E27FC236}">
                <a16:creationId xmlns:a16="http://schemas.microsoft.com/office/drawing/2014/main" id="{B7897C0D-552F-4047-9EF1-EF7183CF0322}"/>
              </a:ext>
            </a:extLst>
          </p:cNvPr>
          <p:cNvSpPr>
            <a:spLocks xmlns:a="http://schemas.openxmlformats.org/drawingml/2006/main" noGrp="1"/>
          </p:cNvSpPr>
          <p:nvPr/>
        </p:nvSpPr>
        <p:spPr>
          <a:xfrm xmlns:a="http://schemas.openxmlformats.org/drawingml/2006/main">
            <a:off x="7210425" y="4552950"/>
            <a:ext cx="1400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Xem mobile rồi đọc desktop</a:t>
            </a:r>
          </a:p>
        </p:txBody>
      </p:sp>
    </p:spTree>
    <p:extLst>
      <p:ext uri="{BB962C8B-B14F-4D97-AF65-F5344CB8AC3E}">
        <p14:creationId xmlns:p14="http://schemas.microsoft.com/office/powerpoint/2010/main" val="414258334"/>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57FE4D4-3E82-4694-9560-DA7E3280E3A4}"/>
              </a:ext>
            </a:extLst>
          </p:cNvPr>
          <p:cNvSpPr>
            <a:spLocks xmlns:a="http://schemas.openxmlformats.org/drawingml/2006/main" noGrp="1"/>
          </p:cNvSpPr>
          <p:nvPr/>
        </p:nvSpPr>
        <p:spPr>
          <a:xfrm xmlns:a="http://schemas.openxmlformats.org/drawingml/2006/main">
            <a:off x="609600" y="2286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326295"/>
                </a:solidFill>
              </a:defRPr>
            </a:pPr>
            <a:r>
              <a:rPr sz="1050" b="1">
                <a:solidFill>
                  <a:srgbClr val="326295"/>
                </a:solidFill>
              </a:rPr>
              <a:t>DRAWBACKS</a:t>
            </a:r>
          </a:p>
        </p:txBody>
      </p:sp>
      <p:sp>
        <p:nvSpPr>
          <p:cNvPr id="2" name="">
            <a:extLst xmlns:a="http://schemas.openxmlformats.org/drawingml/2006/main">
              <a:ext uri="{FF2B5EF4-FFF2-40B4-BE49-F238E27FC236}">
                <a16:creationId xmlns:a16="http://schemas.microsoft.com/office/drawing/2014/main" id="{20EA2A91-57F4-47E9-83C1-6217E4ABC5FE}"/>
              </a:ext>
            </a:extLst>
          </p:cNvPr>
          <p:cNvSpPr>
            <a:spLocks xmlns:a="http://schemas.openxmlformats.org/drawingml/2006/main" noGrp="1"/>
          </p:cNvSpPr>
          <p:nvPr/>
        </p:nvSpPr>
        <p:spPr>
          <a:xfrm xmlns:a="http://schemas.openxmlformats.org/drawingml/2006/main">
            <a:off x="609600" y="5143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02A43"/>
                </a:solidFill>
              </a:defRPr>
            </a:pPr>
            <a:r>
              <a:rPr sz="2700" b="1">
                <a:solidFill>
                  <a:srgbClr val="102A43"/>
                </a:solidFill>
              </a:rPr>
              <a:t>Drawbacks, FIFA.com</a:t>
            </a:r>
          </a:p>
        </p:txBody>
      </p:sp>
      <p:sp>
        <p:nvSpPr>
          <p:cNvPr id="3" name="">
            <a:extLst xmlns:a="http://schemas.openxmlformats.org/drawingml/2006/main">
              <a:ext uri="{FF2B5EF4-FFF2-40B4-BE49-F238E27FC236}">
                <a16:creationId xmlns:a16="http://schemas.microsoft.com/office/drawing/2014/main" id="{C33E1F95-2EC4-46AF-895A-88ECA95E2827}"/>
              </a:ext>
            </a:extLst>
          </p:cNvPr>
          <p:cNvSpPr>
            <a:spLocks xmlns:a="http://schemas.openxmlformats.org/drawingml/2006/main" noGrp="1"/>
          </p:cNvSpPr>
          <p:nvPr/>
        </p:nvSpPr>
        <p:spPr>
          <a:xfrm xmlns:a="http://schemas.openxmlformats.org/drawingml/2006/main">
            <a:off x="11049000" y="2667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1">
                <a:solidFill>
                  <a:srgbClr val="326295"/>
                </a:solidFill>
              </a:defRPr>
            </a:pPr>
            <a:r>
              <a:rPr sz="1200" b="1">
                <a:solidFill>
                  <a:srgbClr val="326295"/>
                </a:solidFill>
              </a:rPr>
              <a:t>04</a:t>
            </a:r>
          </a:p>
        </p:txBody>
      </p:sp>
      <p:sp>
        <p:nvSpPr>
          <p:cNvPr id="4" name="">
            <a:extLst xmlns:a="http://schemas.openxmlformats.org/drawingml/2006/main">
              <a:ext uri="{FF2B5EF4-FFF2-40B4-BE49-F238E27FC236}">
                <a16:creationId xmlns:a16="http://schemas.microsoft.com/office/drawing/2014/main" id="{CCC76CD3-997F-4462-97FC-B756F975ECD7}"/>
              </a:ext>
            </a:extLst>
          </p:cNvPr>
          <p:cNvSpPr>
            <a:spLocks xmlns:a="http://schemas.openxmlformats.org/drawingml/2006/main" noGrp="1"/>
          </p:cNvSpPr>
          <p:nvPr/>
        </p:nvSpPr>
        <p:spPr>
          <a:xfrm xmlns:a="http://schemas.openxmlformats.org/drawingml/2006/main">
            <a:off x="609600" y="1123950"/>
            <a:ext cx="876300" cy="38100"/>
          </a:xfrm>
          <a:prstGeom xmlns:a="http://schemas.openxmlformats.org/drawingml/2006/main" prst="rect">
            <a:avLst/>
          </a:prstGeom>
          <a:solidFill xmlns:a="http://schemas.openxmlformats.org/drawingml/2006/main">
            <a:srgbClr val="326295"/>
          </a:solidFill>
          <a:ln xmlns:a="http://schemas.openxmlformats.org/drawingml/2006/main" w="0">
            <a:solidFill>
              <a:srgbClr val="326295"/>
            </a:solidFill>
            <a:prstDash val="solid"/>
          </a:ln>
        </p:spPr>
      </p:sp>
      <p:sp>
        <p:nvSpPr>
          <p:cNvPr id="5" name="">
            <a:extLst xmlns:a="http://schemas.openxmlformats.org/drawingml/2006/main">
              <a:ext uri="{FF2B5EF4-FFF2-40B4-BE49-F238E27FC236}">
                <a16:creationId xmlns:a16="http://schemas.microsoft.com/office/drawing/2014/main" id="{9DF269B6-6C4A-41DD-BBDD-521EDACA7AC8}"/>
              </a:ext>
            </a:extLst>
          </p:cNvPr>
          <p:cNvSpPr>
            <a:spLocks xmlns:a="http://schemas.openxmlformats.org/drawingml/2006/main" noGrp="1"/>
          </p:cNvSpPr>
          <p:nvPr/>
        </p:nvSpPr>
        <p:spPr>
          <a:xfrm xmlns:a="http://schemas.openxmlformats.org/drawingml/2006/main">
            <a:off x="609600" y="6572250"/>
            <a:ext cx="4000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4748B"/>
                </a:solidFill>
              </a:defRPr>
            </a:pPr>
            <a:r>
              <a:rPr sz="825" b="0">
                <a:solidFill>
                  <a:srgbClr val="64748B"/>
                </a:solidFill>
              </a:rPr>
              <a:t>HCI • PA1 • FIFA.com</a:t>
            </a:r>
          </a:p>
        </p:txBody>
      </p:sp>
      <p:sp>
        <p:nvSpPr>
          <p:cNvPr id="6" name="">
            <a:extLst xmlns:a="http://schemas.openxmlformats.org/drawingml/2006/main">
              <a:ext uri="{FF2B5EF4-FFF2-40B4-BE49-F238E27FC236}">
                <a16:creationId xmlns:a16="http://schemas.microsoft.com/office/drawing/2014/main" id="{B9528742-7DFA-44BA-8765-C7C6CB9D000F}"/>
              </a:ext>
            </a:extLst>
          </p:cNvPr>
          <p:cNvSpPr>
            <a:spLocks xmlns:a="http://schemas.openxmlformats.org/drawingml/2006/main" noGrp="1"/>
          </p:cNvSpPr>
          <p:nvPr/>
        </p:nvSpPr>
        <p:spPr>
          <a:xfrm xmlns:a="http://schemas.openxmlformats.org/drawingml/2006/main">
            <a:off x="10668000" y="657225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4748B"/>
                </a:solidFill>
              </a:defRPr>
            </a:pPr>
            <a:r>
              <a:rPr sz="825" b="0">
                <a:solidFill>
                  <a:srgbClr val="64748B"/>
                </a:solidFill>
              </a:rPr>
              <a:t>4 / 12</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430fc89dffbc4926"/>
          <a:stretch xmlns:a="http://schemas.openxmlformats.org/drawingml/2006/main"/>
        </p:blipFill>
        <p:spPr>
          <a:xfrm xmlns:a="http://schemas.openxmlformats.org/drawingml/2006/main">
            <a:off x="9956898" y="1466850"/>
            <a:ext cx="660204" cy="1428750"/>
          </a:xfrm>
          <a:prstGeom xmlns:a="http://schemas.openxmlformats.org/drawingml/2006/main" prst="roundRect">
            <a:avLst>
              <a:gd name="adj" fmla="val 8000"/>
            </a:avLst>
          </a:prstGeom>
        </p:spPr>
      </p:pic>
      <p:sp>
        <p:nvSpPr>
          <p:cNvPr id="8" name="">
            <a:extLst xmlns:a="http://schemas.openxmlformats.org/drawingml/2006/main">
              <a:ext uri="{FF2B5EF4-FFF2-40B4-BE49-F238E27FC236}">
                <a16:creationId xmlns:a16="http://schemas.microsoft.com/office/drawing/2014/main" id="{F9A9645F-A211-4303-B24B-89F24484B3E7}"/>
              </a:ext>
            </a:extLst>
          </p:cNvPr>
          <p:cNvSpPr>
            <a:spLocks xmlns:a="http://schemas.openxmlformats.org/drawingml/2006/main" noGrp="1"/>
          </p:cNvSpPr>
          <p:nvPr/>
        </p:nvSpPr>
        <p:spPr>
          <a:xfrm xmlns:a="http://schemas.openxmlformats.org/drawingml/2006/main">
            <a:off x="609600" y="1466850"/>
            <a:ext cx="8077200" cy="381000"/>
          </a:xfrm>
          <a:prstGeom xmlns:a="http://schemas.openxmlformats.org/drawingml/2006/main" prst="roundRect">
            <a:avLst>
              <a:gd name="adj" fmla="val 30000"/>
            </a:avLst>
          </a:prstGeom>
          <a:solidFill xmlns:a="http://schemas.openxmlformats.org/drawingml/2006/main">
            <a:srgbClr val="102A43"/>
          </a:solidFill>
          <a:ln xmlns:a="http://schemas.openxmlformats.org/drawingml/2006/main" w="9525">
            <a:solidFill>
              <a:srgbClr val="102A43"/>
            </a:solidFill>
            <a:prstDash val="solid"/>
          </a:ln>
        </p:spPr>
      </p:sp>
      <p:sp>
        <p:nvSpPr>
          <p:cNvPr id="9" name="">
            <a:extLst xmlns:a="http://schemas.openxmlformats.org/drawingml/2006/main">
              <a:ext uri="{FF2B5EF4-FFF2-40B4-BE49-F238E27FC236}">
                <a16:creationId xmlns:a16="http://schemas.microsoft.com/office/drawing/2014/main" id="{ECE82742-F8C0-4D3A-9BC1-F6CA40F2AB3A}"/>
              </a:ext>
            </a:extLst>
          </p:cNvPr>
          <p:cNvSpPr>
            <a:spLocks xmlns:a="http://schemas.openxmlformats.org/drawingml/2006/main" noGrp="1"/>
          </p:cNvSpPr>
          <p:nvPr/>
        </p:nvSpPr>
        <p:spPr>
          <a:xfrm xmlns:a="http://schemas.openxmlformats.org/drawingml/2006/main">
            <a:off x="685800" y="1504950"/>
            <a:ext cx="14192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Khó khăn</a:t>
            </a:r>
          </a:p>
        </p:txBody>
      </p:sp>
      <p:sp>
        <p:nvSpPr>
          <p:cNvPr id="10" name="">
            <a:extLst xmlns:a="http://schemas.openxmlformats.org/drawingml/2006/main">
              <a:ext uri="{FF2B5EF4-FFF2-40B4-BE49-F238E27FC236}">
                <a16:creationId xmlns:a16="http://schemas.microsoft.com/office/drawing/2014/main" id="{796D8187-0BC4-4978-852F-7E1D337B299E}"/>
              </a:ext>
            </a:extLst>
          </p:cNvPr>
          <p:cNvSpPr>
            <a:spLocks xmlns:a="http://schemas.openxmlformats.org/drawingml/2006/main" noGrp="1"/>
          </p:cNvSpPr>
          <p:nvPr/>
        </p:nvSpPr>
        <p:spPr>
          <a:xfrm xmlns:a="http://schemas.openxmlformats.org/drawingml/2006/main">
            <a:off x="2257425" y="1504950"/>
            <a:ext cx="15144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UI liên quan</a:t>
            </a:r>
          </a:p>
        </p:txBody>
      </p:sp>
      <p:sp>
        <p:nvSpPr>
          <p:cNvPr id="11" name="">
            <a:extLst xmlns:a="http://schemas.openxmlformats.org/drawingml/2006/main">
              <a:ext uri="{FF2B5EF4-FFF2-40B4-BE49-F238E27FC236}">
                <a16:creationId xmlns:a16="http://schemas.microsoft.com/office/drawing/2014/main" id="{F7724471-42C0-4A10-9A78-18B527517F13}"/>
              </a:ext>
            </a:extLst>
          </p:cNvPr>
          <p:cNvSpPr>
            <a:spLocks xmlns:a="http://schemas.openxmlformats.org/drawingml/2006/main" noGrp="1"/>
          </p:cNvSpPr>
          <p:nvPr/>
        </p:nvSpPr>
        <p:spPr>
          <a:xfrm xmlns:a="http://schemas.openxmlformats.org/drawingml/2006/main">
            <a:off x="3924300" y="1504950"/>
            <a:ext cx="146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HCI bị ảnh hưởng</a:t>
            </a:r>
          </a:p>
        </p:txBody>
      </p:sp>
      <p:sp>
        <p:nvSpPr>
          <p:cNvPr id="12" name="">
            <a:extLst xmlns:a="http://schemas.openxmlformats.org/drawingml/2006/main">
              <a:ext uri="{FF2B5EF4-FFF2-40B4-BE49-F238E27FC236}">
                <a16:creationId xmlns:a16="http://schemas.microsoft.com/office/drawing/2014/main" id="{F8BC6A82-F1E9-4E10-AEE3-61F3220087C0}"/>
              </a:ext>
            </a:extLst>
          </p:cNvPr>
          <p:cNvSpPr>
            <a:spLocks xmlns:a="http://schemas.openxmlformats.org/drawingml/2006/main" noGrp="1"/>
          </p:cNvSpPr>
          <p:nvPr/>
        </p:nvSpPr>
        <p:spPr>
          <a:xfrm xmlns:a="http://schemas.openxmlformats.org/drawingml/2006/main">
            <a:off x="5543550" y="1504950"/>
            <a:ext cx="15144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Hậu quả</a:t>
            </a:r>
          </a:p>
        </p:txBody>
      </p:sp>
      <p:sp>
        <p:nvSpPr>
          <p:cNvPr id="13" name="">
            <a:extLst xmlns:a="http://schemas.openxmlformats.org/drawingml/2006/main">
              <a:ext uri="{FF2B5EF4-FFF2-40B4-BE49-F238E27FC236}">
                <a16:creationId xmlns:a16="http://schemas.microsoft.com/office/drawing/2014/main" id="{D1C23D5A-3C54-406A-AA50-F8A24B8DA3D5}"/>
              </a:ext>
            </a:extLst>
          </p:cNvPr>
          <p:cNvSpPr>
            <a:spLocks xmlns:a="http://schemas.openxmlformats.org/drawingml/2006/main" noGrp="1"/>
          </p:cNvSpPr>
          <p:nvPr/>
        </p:nvSpPr>
        <p:spPr>
          <a:xfrm xmlns:a="http://schemas.openxmlformats.org/drawingml/2006/main">
            <a:off x="7210425" y="1504950"/>
            <a:ext cx="14001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Mức độ</a:t>
            </a:r>
          </a:p>
        </p:txBody>
      </p:sp>
      <p:sp>
        <p:nvSpPr>
          <p:cNvPr id="14" name="">
            <a:extLst xmlns:a="http://schemas.openxmlformats.org/drawingml/2006/main">
              <a:ext uri="{FF2B5EF4-FFF2-40B4-BE49-F238E27FC236}">
                <a16:creationId xmlns:a16="http://schemas.microsoft.com/office/drawing/2014/main" id="{7D7A323F-E08E-42E9-852F-0646724C8913}"/>
              </a:ext>
            </a:extLst>
          </p:cNvPr>
          <p:cNvSpPr>
            <a:spLocks xmlns:a="http://schemas.openxmlformats.org/drawingml/2006/main" noGrp="1"/>
          </p:cNvSpPr>
          <p:nvPr/>
        </p:nvSpPr>
        <p:spPr>
          <a:xfrm xmlns:a="http://schemas.openxmlformats.org/drawingml/2006/main">
            <a:off x="609600" y="1905000"/>
            <a:ext cx="80772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9525">
            <a:solidFill>
              <a:srgbClr val="EAF3FB"/>
            </a:solidFill>
            <a:prstDash val="solid"/>
          </a:ln>
        </p:spPr>
      </p:sp>
      <p:sp>
        <p:nvSpPr>
          <p:cNvPr id="15" name="">
            <a:extLst xmlns:a="http://schemas.openxmlformats.org/drawingml/2006/main">
              <a:ext uri="{FF2B5EF4-FFF2-40B4-BE49-F238E27FC236}">
                <a16:creationId xmlns:a16="http://schemas.microsoft.com/office/drawing/2014/main" id="{31CEE591-A806-453E-8BE6-68A065760903}"/>
              </a:ext>
            </a:extLst>
          </p:cNvPr>
          <p:cNvSpPr>
            <a:spLocks xmlns:a="http://schemas.openxmlformats.org/drawingml/2006/main" noGrp="1"/>
          </p:cNvSpPr>
          <p:nvPr/>
        </p:nvSpPr>
        <p:spPr>
          <a:xfrm xmlns:a="http://schemas.openxmlformats.org/drawingml/2006/main">
            <a:off x="685800" y="1952625"/>
            <a:ext cx="14192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102A43"/>
                </a:solidFill>
              </a:defRPr>
            </a:pPr>
            <a:r>
              <a:rPr sz="1013" b="1">
                <a:solidFill>
                  <a:srgbClr val="102A43"/>
                </a:solidFill>
              </a:rPr>
              <a:t>Điều hướng nhiều tầng</a:t>
            </a:r>
          </a:p>
        </p:txBody>
      </p:sp>
      <p:sp>
        <p:nvSpPr>
          <p:cNvPr id="16" name="">
            <a:extLst xmlns:a="http://schemas.openxmlformats.org/drawingml/2006/main">
              <a:ext uri="{FF2B5EF4-FFF2-40B4-BE49-F238E27FC236}">
                <a16:creationId xmlns:a16="http://schemas.microsoft.com/office/drawing/2014/main" id="{D7E235F8-0384-45FE-AB32-F2FC40F82178}"/>
              </a:ext>
            </a:extLst>
          </p:cNvPr>
          <p:cNvSpPr>
            <a:spLocks xmlns:a="http://schemas.openxmlformats.org/drawingml/2006/main" noGrp="1"/>
          </p:cNvSpPr>
          <p:nvPr/>
        </p:nvSpPr>
        <p:spPr>
          <a:xfrm xmlns:a="http://schemas.openxmlformats.org/drawingml/2006/main">
            <a:off x="2257425" y="1952625"/>
            <a:ext cx="15144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Header + mega menu</a:t>
            </a:r>
          </a:p>
        </p:txBody>
      </p:sp>
      <p:sp>
        <p:nvSpPr>
          <p:cNvPr id="17" name="">
            <a:extLst xmlns:a="http://schemas.openxmlformats.org/drawingml/2006/main">
              <a:ext uri="{FF2B5EF4-FFF2-40B4-BE49-F238E27FC236}">
                <a16:creationId xmlns:a16="http://schemas.microsoft.com/office/drawing/2014/main" id="{52326BBF-7380-4750-BD1D-BB345C4D1379}"/>
              </a:ext>
            </a:extLst>
          </p:cNvPr>
          <p:cNvSpPr>
            <a:spLocks xmlns:a="http://schemas.openxmlformats.org/drawingml/2006/main" noGrp="1"/>
          </p:cNvSpPr>
          <p:nvPr/>
        </p:nvSpPr>
        <p:spPr>
          <a:xfrm xmlns:a="http://schemas.openxmlformats.org/drawingml/2006/main">
            <a:off x="3924300" y="1952625"/>
            <a:ext cx="1466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Visibility</a:t>
            </a:r>
          </a:p>
        </p:txBody>
      </p:sp>
      <p:sp>
        <p:nvSpPr>
          <p:cNvPr id="18" name="">
            <a:extLst xmlns:a="http://schemas.openxmlformats.org/drawingml/2006/main">
              <a:ext uri="{FF2B5EF4-FFF2-40B4-BE49-F238E27FC236}">
                <a16:creationId xmlns:a16="http://schemas.microsoft.com/office/drawing/2014/main" id="{E2490853-61A0-44F2-8E08-2781070D3E83}"/>
              </a:ext>
            </a:extLst>
          </p:cNvPr>
          <p:cNvSpPr>
            <a:spLocks xmlns:a="http://schemas.openxmlformats.org/drawingml/2006/main" noGrp="1"/>
          </p:cNvSpPr>
          <p:nvPr/>
        </p:nvSpPr>
        <p:spPr>
          <a:xfrm xmlns:a="http://schemas.openxmlformats.org/drawingml/2006/main">
            <a:off x="5543550" y="1952625"/>
            <a:ext cx="15144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Chậm đến tác vụ</a:t>
            </a:r>
          </a:p>
        </p:txBody>
      </p:sp>
      <p:sp>
        <p:nvSpPr>
          <p:cNvPr id="19" name="">
            <a:extLst xmlns:a="http://schemas.openxmlformats.org/drawingml/2006/main">
              <a:ext uri="{FF2B5EF4-FFF2-40B4-BE49-F238E27FC236}">
                <a16:creationId xmlns:a16="http://schemas.microsoft.com/office/drawing/2014/main" id="{545699C9-9AC5-4D15-8367-9767AF7B5964}"/>
              </a:ext>
            </a:extLst>
          </p:cNvPr>
          <p:cNvSpPr>
            <a:spLocks xmlns:a="http://schemas.openxmlformats.org/drawingml/2006/main" noGrp="1"/>
          </p:cNvSpPr>
          <p:nvPr/>
        </p:nvSpPr>
        <p:spPr>
          <a:xfrm xmlns:a="http://schemas.openxmlformats.org/drawingml/2006/main">
            <a:off x="7210425" y="1952625"/>
            <a:ext cx="14001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Cao</a:t>
            </a:r>
          </a:p>
        </p:txBody>
      </p:sp>
      <p:sp>
        <p:nvSpPr>
          <p:cNvPr id="20" name="">
            <a:extLst xmlns:a="http://schemas.openxmlformats.org/drawingml/2006/main">
              <a:ext uri="{FF2B5EF4-FFF2-40B4-BE49-F238E27FC236}">
                <a16:creationId xmlns:a16="http://schemas.microsoft.com/office/drawing/2014/main" id="{EC0CEB86-6043-4BCC-980C-26E08D153EA8}"/>
              </a:ext>
            </a:extLst>
          </p:cNvPr>
          <p:cNvSpPr>
            <a:spLocks xmlns:a="http://schemas.openxmlformats.org/drawingml/2006/main" noGrp="1"/>
          </p:cNvSpPr>
          <p:nvPr/>
        </p:nvSpPr>
        <p:spPr>
          <a:xfrm xmlns:a="http://schemas.openxmlformats.org/drawingml/2006/main">
            <a:off x="609600" y="2628900"/>
            <a:ext cx="8077200" cy="666750"/>
          </a:xfrm>
          <a:prstGeom xmlns:a="http://schemas.openxmlformats.org/drawingml/2006/main" prst="roundRect">
            <a:avLst>
              <a:gd name="adj" fmla="val 17143"/>
            </a:avLst>
          </a:prstGeom>
          <a:solidFill xmlns:a="http://schemas.openxmlformats.org/drawingml/2006/main">
            <a:srgbClr val="EAF3FB"/>
          </a:solidFill>
          <a:ln xmlns:a="http://schemas.openxmlformats.org/drawingml/2006/main" w="9525">
            <a:solidFill>
              <a:srgbClr val="EAF3FB"/>
            </a:solidFill>
            <a:prstDash val="solid"/>
          </a:ln>
        </p:spPr>
      </p:sp>
      <p:sp>
        <p:nvSpPr>
          <p:cNvPr id="21" name="">
            <a:extLst xmlns:a="http://schemas.openxmlformats.org/drawingml/2006/main">
              <a:ext uri="{FF2B5EF4-FFF2-40B4-BE49-F238E27FC236}">
                <a16:creationId xmlns:a16="http://schemas.microsoft.com/office/drawing/2014/main" id="{5565FAA5-08B9-4F90-BD70-5CD308612309}"/>
              </a:ext>
            </a:extLst>
          </p:cNvPr>
          <p:cNvSpPr>
            <a:spLocks xmlns:a="http://schemas.openxmlformats.org/drawingml/2006/main" noGrp="1"/>
          </p:cNvSpPr>
          <p:nvPr/>
        </p:nvSpPr>
        <p:spPr>
          <a:xfrm xmlns:a="http://schemas.openxmlformats.org/drawingml/2006/main">
            <a:off x="685800" y="2676525"/>
            <a:ext cx="14192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102A43"/>
                </a:solidFill>
              </a:defRPr>
            </a:pPr>
            <a:r>
              <a:rPr sz="1013" b="1">
                <a:solidFill>
                  <a:srgbClr val="102A43"/>
                </a:solidFill>
              </a:rPr>
              <a:t>Trang chủ quá nhiều nội dung</a:t>
            </a:r>
          </a:p>
        </p:txBody>
      </p:sp>
      <p:sp>
        <p:nvSpPr>
          <p:cNvPr id="22" name="">
            <a:extLst xmlns:a="http://schemas.openxmlformats.org/drawingml/2006/main">
              <a:ext uri="{FF2B5EF4-FFF2-40B4-BE49-F238E27FC236}">
                <a16:creationId xmlns:a16="http://schemas.microsoft.com/office/drawing/2014/main" id="{26899800-38C8-4879-9E5D-35B9E8B73285}"/>
              </a:ext>
            </a:extLst>
          </p:cNvPr>
          <p:cNvSpPr>
            <a:spLocks xmlns:a="http://schemas.openxmlformats.org/drawingml/2006/main" noGrp="1"/>
          </p:cNvSpPr>
          <p:nvPr/>
        </p:nvSpPr>
        <p:spPr>
          <a:xfrm xmlns:a="http://schemas.openxmlformats.org/drawingml/2006/main">
            <a:off x="2257425" y="2676525"/>
            <a:ext cx="15144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Hero và nhiều feed</a:t>
            </a:r>
          </a:p>
        </p:txBody>
      </p:sp>
      <p:sp>
        <p:nvSpPr>
          <p:cNvPr id="23" name="">
            <a:extLst xmlns:a="http://schemas.openxmlformats.org/drawingml/2006/main">
              <a:ext uri="{FF2B5EF4-FFF2-40B4-BE49-F238E27FC236}">
                <a16:creationId xmlns:a16="http://schemas.microsoft.com/office/drawing/2014/main" id="{CB221B71-5B84-43BC-84E5-60AE09AF809B}"/>
              </a:ext>
            </a:extLst>
          </p:cNvPr>
          <p:cNvSpPr>
            <a:spLocks xmlns:a="http://schemas.openxmlformats.org/drawingml/2006/main" noGrp="1"/>
          </p:cNvSpPr>
          <p:nvPr/>
        </p:nvSpPr>
        <p:spPr>
          <a:xfrm xmlns:a="http://schemas.openxmlformats.org/drawingml/2006/main">
            <a:off x="3924300" y="2676525"/>
            <a:ext cx="1466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Cognitive load</a:t>
            </a:r>
          </a:p>
        </p:txBody>
      </p:sp>
      <p:sp>
        <p:nvSpPr>
          <p:cNvPr id="24" name="">
            <a:extLst xmlns:a="http://schemas.openxmlformats.org/drawingml/2006/main">
              <a:ext uri="{FF2B5EF4-FFF2-40B4-BE49-F238E27FC236}">
                <a16:creationId xmlns:a16="http://schemas.microsoft.com/office/drawing/2014/main" id="{DE55AF1A-E2F0-475D-87CC-AFD030744AD5}"/>
              </a:ext>
            </a:extLst>
          </p:cNvPr>
          <p:cNvSpPr>
            <a:spLocks xmlns:a="http://schemas.openxmlformats.org/drawingml/2006/main" noGrp="1"/>
          </p:cNvSpPr>
          <p:nvPr/>
        </p:nvSpPr>
        <p:spPr>
          <a:xfrm xmlns:a="http://schemas.openxmlformats.org/drawingml/2006/main">
            <a:off x="5543550" y="2676525"/>
            <a:ext cx="15144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Bỏ sót nội dung cần</a:t>
            </a:r>
          </a:p>
        </p:txBody>
      </p:sp>
      <p:sp>
        <p:nvSpPr>
          <p:cNvPr id="25" name="">
            <a:extLst xmlns:a="http://schemas.openxmlformats.org/drawingml/2006/main">
              <a:ext uri="{FF2B5EF4-FFF2-40B4-BE49-F238E27FC236}">
                <a16:creationId xmlns:a16="http://schemas.microsoft.com/office/drawing/2014/main" id="{9D2F690E-768F-4E2B-923C-D9A29124914C}"/>
              </a:ext>
            </a:extLst>
          </p:cNvPr>
          <p:cNvSpPr>
            <a:spLocks xmlns:a="http://schemas.openxmlformats.org/drawingml/2006/main" noGrp="1"/>
          </p:cNvSpPr>
          <p:nvPr/>
        </p:nvSpPr>
        <p:spPr>
          <a:xfrm xmlns:a="http://schemas.openxmlformats.org/drawingml/2006/main">
            <a:off x="7210425" y="2676525"/>
            <a:ext cx="14001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Cao</a:t>
            </a:r>
          </a:p>
        </p:txBody>
      </p:sp>
      <p:sp>
        <p:nvSpPr>
          <p:cNvPr id="26" name="">
            <a:extLst xmlns:a="http://schemas.openxmlformats.org/drawingml/2006/main">
              <a:ext uri="{FF2B5EF4-FFF2-40B4-BE49-F238E27FC236}">
                <a16:creationId xmlns:a16="http://schemas.microsoft.com/office/drawing/2014/main" id="{AC68B1B6-456F-4621-BB32-1BE0493A4C02}"/>
              </a:ext>
            </a:extLst>
          </p:cNvPr>
          <p:cNvSpPr>
            <a:spLocks xmlns:a="http://schemas.openxmlformats.org/drawingml/2006/main" noGrp="1"/>
          </p:cNvSpPr>
          <p:nvPr/>
        </p:nvSpPr>
        <p:spPr>
          <a:xfrm xmlns:a="http://schemas.openxmlformats.org/drawingml/2006/main">
            <a:off x="609600" y="3352800"/>
            <a:ext cx="80772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9525">
            <a:solidFill>
              <a:srgbClr val="EAF3FB"/>
            </a:solidFill>
            <a:prstDash val="solid"/>
          </a:ln>
        </p:spPr>
      </p:sp>
      <p:sp>
        <p:nvSpPr>
          <p:cNvPr id="27" name="">
            <a:extLst xmlns:a="http://schemas.openxmlformats.org/drawingml/2006/main">
              <a:ext uri="{FF2B5EF4-FFF2-40B4-BE49-F238E27FC236}">
                <a16:creationId xmlns:a16="http://schemas.microsoft.com/office/drawing/2014/main" id="{7E63E73D-441A-40A0-98AE-04C1C0F50B60}"/>
              </a:ext>
            </a:extLst>
          </p:cNvPr>
          <p:cNvSpPr>
            <a:spLocks xmlns:a="http://schemas.openxmlformats.org/drawingml/2006/main" noGrp="1"/>
          </p:cNvSpPr>
          <p:nvPr/>
        </p:nvSpPr>
        <p:spPr>
          <a:xfrm xmlns:a="http://schemas.openxmlformats.org/drawingml/2006/main">
            <a:off x="685800" y="3400425"/>
            <a:ext cx="14192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102A43"/>
                </a:solidFill>
              </a:defRPr>
            </a:pPr>
            <a:r>
              <a:rPr sz="1013" b="1">
                <a:solidFill>
                  <a:srgbClr val="102A43"/>
                </a:solidFill>
              </a:rPr>
              <a:t>Search khó nhận biết</a:t>
            </a:r>
          </a:p>
        </p:txBody>
      </p:sp>
      <p:sp>
        <p:nvSpPr>
          <p:cNvPr id="28" name="">
            <a:extLst xmlns:a="http://schemas.openxmlformats.org/drawingml/2006/main">
              <a:ext uri="{FF2B5EF4-FFF2-40B4-BE49-F238E27FC236}">
                <a16:creationId xmlns:a16="http://schemas.microsoft.com/office/drawing/2014/main" id="{EE99441A-F023-4004-BA03-859ABD757126}"/>
              </a:ext>
            </a:extLst>
          </p:cNvPr>
          <p:cNvSpPr>
            <a:spLocks xmlns:a="http://schemas.openxmlformats.org/drawingml/2006/main" noGrp="1"/>
          </p:cNvSpPr>
          <p:nvPr/>
        </p:nvSpPr>
        <p:spPr>
          <a:xfrm xmlns:a="http://schemas.openxmlformats.org/drawingml/2006/main">
            <a:off x="2257425" y="3400425"/>
            <a:ext cx="15144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Icon/điểm vào tìm kiếm</a:t>
            </a:r>
          </a:p>
        </p:txBody>
      </p:sp>
      <p:sp>
        <p:nvSpPr>
          <p:cNvPr id="29" name="">
            <a:extLst xmlns:a="http://schemas.openxmlformats.org/drawingml/2006/main">
              <a:ext uri="{FF2B5EF4-FFF2-40B4-BE49-F238E27FC236}">
                <a16:creationId xmlns:a16="http://schemas.microsoft.com/office/drawing/2014/main" id="{896C0525-7B48-4A36-ADE2-677E7872D67C}"/>
              </a:ext>
            </a:extLst>
          </p:cNvPr>
          <p:cNvSpPr>
            <a:spLocks xmlns:a="http://schemas.openxmlformats.org/drawingml/2006/main" noGrp="1"/>
          </p:cNvSpPr>
          <p:nvPr/>
        </p:nvSpPr>
        <p:spPr>
          <a:xfrm xmlns:a="http://schemas.openxmlformats.org/drawingml/2006/main">
            <a:off x="3924300" y="3400425"/>
            <a:ext cx="1466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Recognition over recall</a:t>
            </a:r>
          </a:p>
        </p:txBody>
      </p:sp>
      <p:sp>
        <p:nvSpPr>
          <p:cNvPr id="30" name="">
            <a:extLst xmlns:a="http://schemas.openxmlformats.org/drawingml/2006/main">
              <a:ext uri="{FF2B5EF4-FFF2-40B4-BE49-F238E27FC236}">
                <a16:creationId xmlns:a16="http://schemas.microsoft.com/office/drawing/2014/main" id="{6FAD4ACB-9B51-4912-965C-DE4BB876A6DD}"/>
              </a:ext>
            </a:extLst>
          </p:cNvPr>
          <p:cNvSpPr>
            <a:spLocks xmlns:a="http://schemas.openxmlformats.org/drawingml/2006/main" noGrp="1"/>
          </p:cNvSpPr>
          <p:nvPr/>
        </p:nvSpPr>
        <p:spPr>
          <a:xfrm xmlns:a="http://schemas.openxmlformats.org/drawingml/2006/main">
            <a:off x="5543550" y="3400425"/>
            <a:ext cx="15144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Tốn thời gian dò</a:t>
            </a:r>
          </a:p>
        </p:txBody>
      </p:sp>
      <p:sp>
        <p:nvSpPr>
          <p:cNvPr id="31" name="">
            <a:extLst xmlns:a="http://schemas.openxmlformats.org/drawingml/2006/main">
              <a:ext uri="{FF2B5EF4-FFF2-40B4-BE49-F238E27FC236}">
                <a16:creationId xmlns:a16="http://schemas.microsoft.com/office/drawing/2014/main" id="{59D27EC6-9E37-4C20-AFDF-56DB6172515B}"/>
              </a:ext>
            </a:extLst>
          </p:cNvPr>
          <p:cNvSpPr>
            <a:spLocks xmlns:a="http://schemas.openxmlformats.org/drawingml/2006/main" noGrp="1"/>
          </p:cNvSpPr>
          <p:nvPr/>
        </p:nvSpPr>
        <p:spPr>
          <a:xfrm xmlns:a="http://schemas.openxmlformats.org/drawingml/2006/main">
            <a:off x="7210425" y="3400425"/>
            <a:ext cx="14001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Trung bình</a:t>
            </a:r>
          </a:p>
        </p:txBody>
      </p:sp>
      <p:sp>
        <p:nvSpPr>
          <p:cNvPr id="32" name="">
            <a:extLst xmlns:a="http://schemas.openxmlformats.org/drawingml/2006/main">
              <a:ext uri="{FF2B5EF4-FFF2-40B4-BE49-F238E27FC236}">
                <a16:creationId xmlns:a16="http://schemas.microsoft.com/office/drawing/2014/main" id="{A07EF443-CDC7-4B0C-92FD-EF65349EFF59}"/>
              </a:ext>
            </a:extLst>
          </p:cNvPr>
          <p:cNvSpPr>
            <a:spLocks xmlns:a="http://schemas.openxmlformats.org/drawingml/2006/main" noGrp="1"/>
          </p:cNvSpPr>
          <p:nvPr/>
        </p:nvSpPr>
        <p:spPr>
          <a:xfrm xmlns:a="http://schemas.openxmlformats.org/drawingml/2006/main">
            <a:off x="609600" y="4076700"/>
            <a:ext cx="8077200" cy="666750"/>
          </a:xfrm>
          <a:prstGeom xmlns:a="http://schemas.openxmlformats.org/drawingml/2006/main" prst="roundRect">
            <a:avLst>
              <a:gd name="adj" fmla="val 17143"/>
            </a:avLst>
          </a:prstGeom>
          <a:solidFill xmlns:a="http://schemas.openxmlformats.org/drawingml/2006/main">
            <a:srgbClr val="EAF3FB"/>
          </a:solidFill>
          <a:ln xmlns:a="http://schemas.openxmlformats.org/drawingml/2006/main" w="9525">
            <a:solidFill>
              <a:srgbClr val="EAF3FB"/>
            </a:solidFill>
            <a:prstDash val="solid"/>
          </a:ln>
        </p:spPr>
      </p:sp>
      <p:sp>
        <p:nvSpPr>
          <p:cNvPr id="33" name="">
            <a:extLst xmlns:a="http://schemas.openxmlformats.org/drawingml/2006/main">
              <a:ext uri="{FF2B5EF4-FFF2-40B4-BE49-F238E27FC236}">
                <a16:creationId xmlns:a16="http://schemas.microsoft.com/office/drawing/2014/main" id="{87B03E1A-E184-4DF0-8790-74A4C04526B3}"/>
              </a:ext>
            </a:extLst>
          </p:cNvPr>
          <p:cNvSpPr>
            <a:spLocks xmlns:a="http://schemas.openxmlformats.org/drawingml/2006/main" noGrp="1"/>
          </p:cNvSpPr>
          <p:nvPr/>
        </p:nvSpPr>
        <p:spPr>
          <a:xfrm xmlns:a="http://schemas.openxmlformats.org/drawingml/2006/main">
            <a:off x="685800" y="4124325"/>
            <a:ext cx="14192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102A43"/>
                </a:solidFill>
              </a:defRPr>
            </a:pPr>
            <a:r>
              <a:rPr sz="1013" b="1">
                <a:solidFill>
                  <a:srgbClr val="102A43"/>
                </a:solidFill>
              </a:rPr>
              <a:t>Handoff sang FIFA+</a:t>
            </a:r>
          </a:p>
        </p:txBody>
      </p:sp>
      <p:sp>
        <p:nvSpPr>
          <p:cNvPr id="34" name="">
            <a:extLst xmlns:a="http://schemas.openxmlformats.org/drawingml/2006/main">
              <a:ext uri="{FF2B5EF4-FFF2-40B4-BE49-F238E27FC236}">
                <a16:creationId xmlns:a16="http://schemas.microsoft.com/office/drawing/2014/main" id="{F2CF359F-0A7E-4047-918A-1CDF0C363C33}"/>
              </a:ext>
            </a:extLst>
          </p:cNvPr>
          <p:cNvSpPr>
            <a:spLocks xmlns:a="http://schemas.openxmlformats.org/drawingml/2006/main" noGrp="1"/>
          </p:cNvSpPr>
          <p:nvPr/>
        </p:nvSpPr>
        <p:spPr>
          <a:xfrm xmlns:a="http://schemas.openxmlformats.org/drawingml/2006/main">
            <a:off x="2257425" y="4124325"/>
            <a:ext cx="15144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Link và ngữ cảnh media</a:t>
            </a:r>
          </a:p>
        </p:txBody>
      </p:sp>
      <p:sp>
        <p:nvSpPr>
          <p:cNvPr id="35" name="">
            <a:extLst xmlns:a="http://schemas.openxmlformats.org/drawingml/2006/main">
              <a:ext uri="{FF2B5EF4-FFF2-40B4-BE49-F238E27FC236}">
                <a16:creationId xmlns:a16="http://schemas.microsoft.com/office/drawing/2014/main" id="{91C9B81F-890B-4B02-99BC-B9C2F3F44F30}"/>
              </a:ext>
            </a:extLst>
          </p:cNvPr>
          <p:cNvSpPr>
            <a:spLocks xmlns:a="http://schemas.openxmlformats.org/drawingml/2006/main" noGrp="1"/>
          </p:cNvSpPr>
          <p:nvPr/>
        </p:nvSpPr>
        <p:spPr>
          <a:xfrm xmlns:a="http://schemas.openxmlformats.org/drawingml/2006/main">
            <a:off x="3924300" y="4124325"/>
            <a:ext cx="1466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Consistency + Feedback</a:t>
            </a:r>
          </a:p>
        </p:txBody>
      </p:sp>
      <p:sp>
        <p:nvSpPr>
          <p:cNvPr id="36" name="">
            <a:extLst xmlns:a="http://schemas.openxmlformats.org/drawingml/2006/main">
              <a:ext uri="{FF2B5EF4-FFF2-40B4-BE49-F238E27FC236}">
                <a16:creationId xmlns:a16="http://schemas.microsoft.com/office/drawing/2014/main" id="{B17B65CF-77BB-4755-9788-B3392AD529C9}"/>
              </a:ext>
            </a:extLst>
          </p:cNvPr>
          <p:cNvSpPr>
            <a:spLocks xmlns:a="http://schemas.openxmlformats.org/drawingml/2006/main" noGrp="1"/>
          </p:cNvSpPr>
          <p:nvPr/>
        </p:nvSpPr>
        <p:spPr>
          <a:xfrm xmlns:a="http://schemas.openxmlformats.org/drawingml/2006/main">
            <a:off x="5543550" y="4124325"/>
            <a:ext cx="15144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Cảm giác rời luồng</a:t>
            </a:r>
          </a:p>
        </p:txBody>
      </p:sp>
      <p:sp>
        <p:nvSpPr>
          <p:cNvPr id="37" name="">
            <a:extLst xmlns:a="http://schemas.openxmlformats.org/drawingml/2006/main">
              <a:ext uri="{FF2B5EF4-FFF2-40B4-BE49-F238E27FC236}">
                <a16:creationId xmlns:a16="http://schemas.microsoft.com/office/drawing/2014/main" id="{4F4064ED-F471-42A3-8E3D-236CB7357755}"/>
              </a:ext>
            </a:extLst>
          </p:cNvPr>
          <p:cNvSpPr>
            <a:spLocks xmlns:a="http://schemas.openxmlformats.org/drawingml/2006/main" noGrp="1"/>
          </p:cNvSpPr>
          <p:nvPr/>
        </p:nvSpPr>
        <p:spPr>
          <a:xfrm xmlns:a="http://schemas.openxmlformats.org/drawingml/2006/main">
            <a:off x="7210425" y="4124325"/>
            <a:ext cx="14001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Trung bình</a:t>
            </a:r>
          </a:p>
        </p:txBody>
      </p:sp>
      <p:sp>
        <p:nvSpPr>
          <p:cNvPr id="38" name="">
            <a:extLst xmlns:a="http://schemas.openxmlformats.org/drawingml/2006/main">
              <a:ext uri="{FF2B5EF4-FFF2-40B4-BE49-F238E27FC236}">
                <a16:creationId xmlns:a16="http://schemas.microsoft.com/office/drawing/2014/main" id="{0F5D95BF-D63D-4E39-BA5F-AECC638D8CDF}"/>
              </a:ext>
            </a:extLst>
          </p:cNvPr>
          <p:cNvSpPr>
            <a:spLocks xmlns:a="http://schemas.openxmlformats.org/drawingml/2006/main" noGrp="1"/>
          </p:cNvSpPr>
          <p:nvPr/>
        </p:nvSpPr>
        <p:spPr>
          <a:xfrm xmlns:a="http://schemas.openxmlformats.org/drawingml/2006/main">
            <a:off x="609600" y="4800600"/>
            <a:ext cx="80772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9525">
            <a:solidFill>
              <a:srgbClr val="EAF3FB"/>
            </a:solidFill>
            <a:prstDash val="solid"/>
          </a:ln>
        </p:spPr>
      </p:sp>
      <p:sp>
        <p:nvSpPr>
          <p:cNvPr id="39" name="">
            <a:extLst xmlns:a="http://schemas.openxmlformats.org/drawingml/2006/main">
              <a:ext uri="{FF2B5EF4-FFF2-40B4-BE49-F238E27FC236}">
                <a16:creationId xmlns:a16="http://schemas.microsoft.com/office/drawing/2014/main" id="{6F1CF6A4-ABE9-4620-8742-6EBD4198E188}"/>
              </a:ext>
            </a:extLst>
          </p:cNvPr>
          <p:cNvSpPr>
            <a:spLocks xmlns:a="http://schemas.openxmlformats.org/drawingml/2006/main" noGrp="1"/>
          </p:cNvSpPr>
          <p:nvPr/>
        </p:nvSpPr>
        <p:spPr>
          <a:xfrm xmlns:a="http://schemas.openxmlformats.org/drawingml/2006/main">
            <a:off x="685800" y="4848225"/>
            <a:ext cx="14192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102A43"/>
                </a:solidFill>
              </a:defRPr>
            </a:pPr>
            <a:r>
              <a:rPr sz="1013" b="1">
                <a:solidFill>
                  <a:srgbClr val="102A43"/>
                </a:solidFill>
              </a:rPr>
              <a:t>Hiệu năng media</a:t>
            </a:r>
          </a:p>
        </p:txBody>
      </p:sp>
      <p:sp>
        <p:nvSpPr>
          <p:cNvPr id="40" name="">
            <a:extLst xmlns:a="http://schemas.openxmlformats.org/drawingml/2006/main">
              <a:ext uri="{FF2B5EF4-FFF2-40B4-BE49-F238E27FC236}">
                <a16:creationId xmlns:a16="http://schemas.microsoft.com/office/drawing/2014/main" id="{FDB275D3-EC3C-4BB0-9D84-1DB18BB4E22C}"/>
              </a:ext>
            </a:extLst>
          </p:cNvPr>
          <p:cNvSpPr>
            <a:spLocks xmlns:a="http://schemas.openxmlformats.org/drawingml/2006/main" noGrp="1"/>
          </p:cNvSpPr>
          <p:nvPr/>
        </p:nvSpPr>
        <p:spPr>
          <a:xfrm xmlns:a="http://schemas.openxmlformats.org/drawingml/2006/main">
            <a:off x="2257425" y="4848225"/>
            <a:ext cx="15144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Hero/video dung lượng lớn</a:t>
            </a:r>
          </a:p>
        </p:txBody>
      </p:sp>
      <p:sp>
        <p:nvSpPr>
          <p:cNvPr id="41" name="">
            <a:extLst xmlns:a="http://schemas.openxmlformats.org/drawingml/2006/main">
              <a:ext uri="{FF2B5EF4-FFF2-40B4-BE49-F238E27FC236}">
                <a16:creationId xmlns:a16="http://schemas.microsoft.com/office/drawing/2014/main" id="{021C3A71-C45B-447C-AE53-2F5AE0D2CD62}"/>
              </a:ext>
            </a:extLst>
          </p:cNvPr>
          <p:cNvSpPr>
            <a:spLocks xmlns:a="http://schemas.openxmlformats.org/drawingml/2006/main" noGrp="1"/>
          </p:cNvSpPr>
          <p:nvPr/>
        </p:nvSpPr>
        <p:spPr>
          <a:xfrm xmlns:a="http://schemas.openxmlformats.org/drawingml/2006/main">
            <a:off x="3924300" y="4848225"/>
            <a:ext cx="1466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Feedback</a:t>
            </a:r>
          </a:p>
        </p:txBody>
      </p:sp>
      <p:sp>
        <p:nvSpPr>
          <p:cNvPr id="42" name="">
            <a:extLst xmlns:a="http://schemas.openxmlformats.org/drawingml/2006/main">
              <a:ext uri="{FF2B5EF4-FFF2-40B4-BE49-F238E27FC236}">
                <a16:creationId xmlns:a16="http://schemas.microsoft.com/office/drawing/2014/main" id="{3CEF7C90-A03F-4376-8045-1703F47E02BE}"/>
              </a:ext>
            </a:extLst>
          </p:cNvPr>
          <p:cNvSpPr>
            <a:spLocks xmlns:a="http://schemas.openxmlformats.org/drawingml/2006/main" noGrp="1"/>
          </p:cNvSpPr>
          <p:nvPr/>
        </p:nvSpPr>
        <p:spPr>
          <a:xfrm xmlns:a="http://schemas.openxmlformats.org/drawingml/2006/main">
            <a:off x="5543550" y="4848225"/>
            <a:ext cx="15144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Chờ tải, rớt tác vụ</a:t>
            </a:r>
          </a:p>
        </p:txBody>
      </p:sp>
      <p:sp>
        <p:nvSpPr>
          <p:cNvPr id="43" name="">
            <a:extLst xmlns:a="http://schemas.openxmlformats.org/drawingml/2006/main">
              <a:ext uri="{FF2B5EF4-FFF2-40B4-BE49-F238E27FC236}">
                <a16:creationId xmlns:a16="http://schemas.microsoft.com/office/drawing/2014/main" id="{157C5157-A300-41F3-8D9E-7798C21588CF}"/>
              </a:ext>
            </a:extLst>
          </p:cNvPr>
          <p:cNvSpPr>
            <a:spLocks xmlns:a="http://schemas.openxmlformats.org/drawingml/2006/main" noGrp="1"/>
          </p:cNvSpPr>
          <p:nvPr/>
        </p:nvSpPr>
        <p:spPr>
          <a:xfrm xmlns:a="http://schemas.openxmlformats.org/drawingml/2006/main">
            <a:off x="7210425" y="4848225"/>
            <a:ext cx="14001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Cao</a:t>
            </a:r>
          </a:p>
        </p:txBody>
      </p:sp>
    </p:spTree>
    <p:extLst>
      <p:ext uri="{BB962C8B-B14F-4D97-AF65-F5344CB8AC3E}">
        <p14:creationId xmlns:p14="http://schemas.microsoft.com/office/powerpoint/2010/main" val="1039696894"/>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F8AF812-F5EE-43EF-9874-5B6CEE4E4DCF}"/>
              </a:ext>
            </a:extLst>
          </p:cNvPr>
          <p:cNvSpPr>
            <a:spLocks xmlns:a="http://schemas.openxmlformats.org/drawingml/2006/main" noGrp="1"/>
          </p:cNvSpPr>
          <p:nvPr/>
        </p:nvSpPr>
        <p:spPr>
          <a:xfrm xmlns:a="http://schemas.openxmlformats.org/drawingml/2006/main">
            <a:off x="609600" y="2286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326295"/>
                </a:solidFill>
              </a:defRPr>
            </a:pPr>
            <a:r>
              <a:rPr sz="1050" b="1">
                <a:solidFill>
                  <a:srgbClr val="326295"/>
                </a:solidFill>
              </a:rPr>
              <a:t>USER DIFFICULTY SITUATION</a:t>
            </a:r>
          </a:p>
        </p:txBody>
      </p:sp>
      <p:sp>
        <p:nvSpPr>
          <p:cNvPr id="2" name="">
            <a:extLst xmlns:a="http://schemas.openxmlformats.org/drawingml/2006/main">
              <a:ext uri="{FF2B5EF4-FFF2-40B4-BE49-F238E27FC236}">
                <a16:creationId xmlns:a16="http://schemas.microsoft.com/office/drawing/2014/main" id="{FF5624E3-29CA-47F1-8456-DFB4DDFE9D52}"/>
              </a:ext>
            </a:extLst>
          </p:cNvPr>
          <p:cNvSpPr>
            <a:spLocks xmlns:a="http://schemas.openxmlformats.org/drawingml/2006/main" noGrp="1"/>
          </p:cNvSpPr>
          <p:nvPr/>
        </p:nvSpPr>
        <p:spPr>
          <a:xfrm xmlns:a="http://schemas.openxmlformats.org/drawingml/2006/main">
            <a:off x="609600" y="5143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02A43"/>
                </a:solidFill>
              </a:defRPr>
            </a:pPr>
            <a:r>
              <a:rPr sz="2700" b="1">
                <a:solidFill>
                  <a:srgbClr val="102A43"/>
                </a:solidFill>
              </a:rPr>
              <a:t>User difficulty situation, FIFA.com</a:t>
            </a:r>
          </a:p>
        </p:txBody>
      </p:sp>
      <p:sp>
        <p:nvSpPr>
          <p:cNvPr id="3" name="">
            <a:extLst xmlns:a="http://schemas.openxmlformats.org/drawingml/2006/main">
              <a:ext uri="{FF2B5EF4-FFF2-40B4-BE49-F238E27FC236}">
                <a16:creationId xmlns:a16="http://schemas.microsoft.com/office/drawing/2014/main" id="{20C3BF0D-E773-451B-9D2F-B4C86DF12967}"/>
              </a:ext>
            </a:extLst>
          </p:cNvPr>
          <p:cNvSpPr>
            <a:spLocks xmlns:a="http://schemas.openxmlformats.org/drawingml/2006/main" noGrp="1"/>
          </p:cNvSpPr>
          <p:nvPr/>
        </p:nvSpPr>
        <p:spPr>
          <a:xfrm xmlns:a="http://schemas.openxmlformats.org/drawingml/2006/main">
            <a:off x="11049000" y="2667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1">
                <a:solidFill>
                  <a:srgbClr val="326295"/>
                </a:solidFill>
              </a:defRPr>
            </a:pPr>
            <a:r>
              <a:rPr sz="1200" b="1">
                <a:solidFill>
                  <a:srgbClr val="326295"/>
                </a:solidFill>
              </a:rPr>
              <a:t>05</a:t>
            </a:r>
          </a:p>
        </p:txBody>
      </p:sp>
      <p:sp>
        <p:nvSpPr>
          <p:cNvPr id="4" name="">
            <a:extLst xmlns:a="http://schemas.openxmlformats.org/drawingml/2006/main">
              <a:ext uri="{FF2B5EF4-FFF2-40B4-BE49-F238E27FC236}">
                <a16:creationId xmlns:a16="http://schemas.microsoft.com/office/drawing/2014/main" id="{FEACF3AC-C2D7-4E02-BAEB-293C426647A5}"/>
              </a:ext>
            </a:extLst>
          </p:cNvPr>
          <p:cNvSpPr>
            <a:spLocks xmlns:a="http://schemas.openxmlformats.org/drawingml/2006/main" noGrp="1"/>
          </p:cNvSpPr>
          <p:nvPr/>
        </p:nvSpPr>
        <p:spPr>
          <a:xfrm xmlns:a="http://schemas.openxmlformats.org/drawingml/2006/main">
            <a:off x="609600" y="1123950"/>
            <a:ext cx="876300" cy="38100"/>
          </a:xfrm>
          <a:prstGeom xmlns:a="http://schemas.openxmlformats.org/drawingml/2006/main" prst="rect">
            <a:avLst/>
          </a:prstGeom>
          <a:solidFill xmlns:a="http://schemas.openxmlformats.org/drawingml/2006/main">
            <a:srgbClr val="326295"/>
          </a:solidFill>
          <a:ln xmlns:a="http://schemas.openxmlformats.org/drawingml/2006/main" w="0">
            <a:solidFill>
              <a:srgbClr val="326295"/>
            </a:solidFill>
            <a:prstDash val="solid"/>
          </a:ln>
        </p:spPr>
      </p:sp>
      <p:sp>
        <p:nvSpPr>
          <p:cNvPr id="5" name="">
            <a:extLst xmlns:a="http://schemas.openxmlformats.org/drawingml/2006/main">
              <a:ext uri="{FF2B5EF4-FFF2-40B4-BE49-F238E27FC236}">
                <a16:creationId xmlns:a16="http://schemas.microsoft.com/office/drawing/2014/main" id="{23EB115D-7884-4759-B846-786495366F66}"/>
              </a:ext>
            </a:extLst>
          </p:cNvPr>
          <p:cNvSpPr>
            <a:spLocks xmlns:a="http://schemas.openxmlformats.org/drawingml/2006/main" noGrp="1"/>
          </p:cNvSpPr>
          <p:nvPr/>
        </p:nvSpPr>
        <p:spPr>
          <a:xfrm xmlns:a="http://schemas.openxmlformats.org/drawingml/2006/main">
            <a:off x="609600" y="6572250"/>
            <a:ext cx="4000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4748B"/>
                </a:solidFill>
              </a:defRPr>
            </a:pPr>
            <a:r>
              <a:rPr sz="825" b="0">
                <a:solidFill>
                  <a:srgbClr val="64748B"/>
                </a:solidFill>
              </a:rPr>
              <a:t>HCI • PA1 • FIFA.com</a:t>
            </a:r>
          </a:p>
        </p:txBody>
      </p:sp>
      <p:sp>
        <p:nvSpPr>
          <p:cNvPr id="6" name="">
            <a:extLst xmlns:a="http://schemas.openxmlformats.org/drawingml/2006/main">
              <a:ext uri="{FF2B5EF4-FFF2-40B4-BE49-F238E27FC236}">
                <a16:creationId xmlns:a16="http://schemas.microsoft.com/office/drawing/2014/main" id="{C6EAA30D-02BA-4A1C-8513-9DD9B438C09F}"/>
              </a:ext>
            </a:extLst>
          </p:cNvPr>
          <p:cNvSpPr>
            <a:spLocks xmlns:a="http://schemas.openxmlformats.org/drawingml/2006/main" noGrp="1"/>
          </p:cNvSpPr>
          <p:nvPr/>
        </p:nvSpPr>
        <p:spPr>
          <a:xfrm xmlns:a="http://schemas.openxmlformats.org/drawingml/2006/main">
            <a:off x="10668000" y="657225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4748B"/>
                </a:solidFill>
              </a:defRPr>
            </a:pPr>
            <a:r>
              <a:rPr sz="825" b="0">
                <a:solidFill>
                  <a:srgbClr val="64748B"/>
                </a:solidFill>
              </a:rPr>
              <a:t>5 / 12</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39452447a6d04194"/>
          <a:stretch xmlns:a="http://schemas.openxmlformats.org/drawingml/2006/main"/>
        </p:blipFill>
        <p:spPr>
          <a:xfrm xmlns:a="http://schemas.openxmlformats.org/drawingml/2006/main">
            <a:off x="9258300" y="1466850"/>
            <a:ext cx="2057400" cy="1428750"/>
          </a:xfrm>
          <a:prstGeom xmlns:a="http://schemas.openxmlformats.org/drawingml/2006/main" prst="roundRect">
            <a:avLst>
              <a:gd name="adj" fmla="val 8000"/>
            </a:avLst>
          </a:prstGeom>
        </p:spPr>
      </p:pic>
      <p:sp>
        <p:nvSpPr>
          <p:cNvPr id="8" name="">
            <a:extLst xmlns:a="http://schemas.openxmlformats.org/drawingml/2006/main">
              <a:ext uri="{FF2B5EF4-FFF2-40B4-BE49-F238E27FC236}">
                <a16:creationId xmlns:a16="http://schemas.microsoft.com/office/drawing/2014/main" id="{5342ED04-FCB4-492F-8FC0-ACCB2A725AC3}"/>
              </a:ext>
            </a:extLst>
          </p:cNvPr>
          <p:cNvSpPr>
            <a:spLocks xmlns:a="http://schemas.openxmlformats.org/drawingml/2006/main" noGrp="1"/>
          </p:cNvSpPr>
          <p:nvPr/>
        </p:nvSpPr>
        <p:spPr>
          <a:xfrm xmlns:a="http://schemas.openxmlformats.org/drawingml/2006/main">
            <a:off x="609600" y="1466850"/>
            <a:ext cx="8077200" cy="381000"/>
          </a:xfrm>
          <a:prstGeom xmlns:a="http://schemas.openxmlformats.org/drawingml/2006/main" prst="roundRect">
            <a:avLst>
              <a:gd name="adj" fmla="val 30000"/>
            </a:avLst>
          </a:prstGeom>
          <a:solidFill xmlns:a="http://schemas.openxmlformats.org/drawingml/2006/main">
            <a:srgbClr val="102A43"/>
          </a:solidFill>
          <a:ln xmlns:a="http://schemas.openxmlformats.org/drawingml/2006/main" w="9525">
            <a:solidFill>
              <a:srgbClr val="102A43"/>
            </a:solidFill>
            <a:prstDash val="solid"/>
          </a:ln>
        </p:spPr>
      </p:sp>
      <p:sp>
        <p:nvSpPr>
          <p:cNvPr id="9" name="">
            <a:extLst xmlns:a="http://schemas.openxmlformats.org/drawingml/2006/main">
              <a:ext uri="{FF2B5EF4-FFF2-40B4-BE49-F238E27FC236}">
                <a16:creationId xmlns:a16="http://schemas.microsoft.com/office/drawing/2014/main" id="{F0E61679-B83C-4B99-ADAD-B41ABC629A82}"/>
              </a:ext>
            </a:extLst>
          </p:cNvPr>
          <p:cNvSpPr>
            <a:spLocks xmlns:a="http://schemas.openxmlformats.org/drawingml/2006/main" noGrp="1"/>
          </p:cNvSpPr>
          <p:nvPr/>
        </p:nvSpPr>
        <p:spPr>
          <a:xfrm xmlns:a="http://schemas.openxmlformats.org/drawingml/2006/main">
            <a:off x="685800" y="1504950"/>
            <a:ext cx="14192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Persona</a:t>
            </a:r>
          </a:p>
        </p:txBody>
      </p:sp>
      <p:sp>
        <p:nvSpPr>
          <p:cNvPr id="10" name="">
            <a:extLst xmlns:a="http://schemas.openxmlformats.org/drawingml/2006/main">
              <a:ext uri="{FF2B5EF4-FFF2-40B4-BE49-F238E27FC236}">
                <a16:creationId xmlns:a16="http://schemas.microsoft.com/office/drawing/2014/main" id="{E9857DB6-2181-4650-856A-7D8ACCCAD0C1}"/>
              </a:ext>
            </a:extLst>
          </p:cNvPr>
          <p:cNvSpPr>
            <a:spLocks xmlns:a="http://schemas.openxmlformats.org/drawingml/2006/main" noGrp="1"/>
          </p:cNvSpPr>
          <p:nvPr/>
        </p:nvSpPr>
        <p:spPr>
          <a:xfrm xmlns:a="http://schemas.openxmlformats.org/drawingml/2006/main">
            <a:off x="2257425" y="1504950"/>
            <a:ext cx="15144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Context</a:t>
            </a:r>
          </a:p>
        </p:txBody>
      </p:sp>
      <p:sp>
        <p:nvSpPr>
          <p:cNvPr id="11" name="">
            <a:extLst xmlns:a="http://schemas.openxmlformats.org/drawingml/2006/main">
              <a:ext uri="{FF2B5EF4-FFF2-40B4-BE49-F238E27FC236}">
                <a16:creationId xmlns:a16="http://schemas.microsoft.com/office/drawing/2014/main" id="{D4EB0279-EF38-4F72-A0E9-AD3AFF2B2675}"/>
              </a:ext>
            </a:extLst>
          </p:cNvPr>
          <p:cNvSpPr>
            <a:spLocks xmlns:a="http://schemas.openxmlformats.org/drawingml/2006/main" noGrp="1"/>
          </p:cNvSpPr>
          <p:nvPr/>
        </p:nvSpPr>
        <p:spPr>
          <a:xfrm xmlns:a="http://schemas.openxmlformats.org/drawingml/2006/main">
            <a:off x="3924300" y="1504950"/>
            <a:ext cx="146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Problem</a:t>
            </a:r>
          </a:p>
        </p:txBody>
      </p:sp>
      <p:sp>
        <p:nvSpPr>
          <p:cNvPr id="12" name="">
            <a:extLst xmlns:a="http://schemas.openxmlformats.org/drawingml/2006/main">
              <a:ext uri="{FF2B5EF4-FFF2-40B4-BE49-F238E27FC236}">
                <a16:creationId xmlns:a16="http://schemas.microsoft.com/office/drawing/2014/main" id="{2937BFC8-CA7C-4E82-8DAA-D62E75C9783D}"/>
              </a:ext>
            </a:extLst>
          </p:cNvPr>
          <p:cNvSpPr>
            <a:spLocks xmlns:a="http://schemas.openxmlformats.org/drawingml/2006/main" noGrp="1"/>
          </p:cNvSpPr>
          <p:nvPr/>
        </p:nvSpPr>
        <p:spPr>
          <a:xfrm xmlns:a="http://schemas.openxmlformats.org/drawingml/2006/main">
            <a:off x="5543550" y="1504950"/>
            <a:ext cx="15144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HCI cause</a:t>
            </a:r>
          </a:p>
        </p:txBody>
      </p:sp>
      <p:sp>
        <p:nvSpPr>
          <p:cNvPr id="13" name="">
            <a:extLst xmlns:a="http://schemas.openxmlformats.org/drawingml/2006/main">
              <a:ext uri="{FF2B5EF4-FFF2-40B4-BE49-F238E27FC236}">
                <a16:creationId xmlns:a16="http://schemas.microsoft.com/office/drawing/2014/main" id="{A4877E2A-DB32-4A05-90C4-C4CB83629A3E}"/>
              </a:ext>
            </a:extLst>
          </p:cNvPr>
          <p:cNvSpPr>
            <a:spLocks xmlns:a="http://schemas.openxmlformats.org/drawingml/2006/main" noGrp="1"/>
          </p:cNvSpPr>
          <p:nvPr/>
        </p:nvSpPr>
        <p:spPr>
          <a:xfrm xmlns:a="http://schemas.openxmlformats.org/drawingml/2006/main">
            <a:off x="7210425" y="1504950"/>
            <a:ext cx="14001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Impact</a:t>
            </a:r>
          </a:p>
        </p:txBody>
      </p:sp>
      <p:sp>
        <p:nvSpPr>
          <p:cNvPr id="14" name="">
            <a:extLst xmlns:a="http://schemas.openxmlformats.org/drawingml/2006/main">
              <a:ext uri="{FF2B5EF4-FFF2-40B4-BE49-F238E27FC236}">
                <a16:creationId xmlns:a16="http://schemas.microsoft.com/office/drawing/2014/main" id="{FF8ADDF5-A69E-4B1C-8445-F45719ECEA52}"/>
              </a:ext>
            </a:extLst>
          </p:cNvPr>
          <p:cNvSpPr>
            <a:spLocks xmlns:a="http://schemas.openxmlformats.org/drawingml/2006/main" noGrp="1"/>
          </p:cNvSpPr>
          <p:nvPr/>
        </p:nvSpPr>
        <p:spPr>
          <a:xfrm xmlns:a="http://schemas.openxmlformats.org/drawingml/2006/main">
            <a:off x="609600" y="1905000"/>
            <a:ext cx="8077200" cy="809625"/>
          </a:xfrm>
          <a:prstGeom xmlns:a="http://schemas.openxmlformats.org/drawingml/2006/main" prst="roundRect">
            <a:avLst>
              <a:gd name="adj" fmla="val 14118"/>
            </a:avLst>
          </a:prstGeom>
          <a:solidFill xmlns:a="http://schemas.openxmlformats.org/drawingml/2006/main">
            <a:srgbClr val="FFFFFF"/>
          </a:solidFill>
          <a:ln xmlns:a="http://schemas.openxmlformats.org/drawingml/2006/main" w="9525">
            <a:solidFill>
              <a:srgbClr val="EAF3FB"/>
            </a:solidFill>
            <a:prstDash val="solid"/>
          </a:ln>
        </p:spPr>
      </p:sp>
      <p:sp>
        <p:nvSpPr>
          <p:cNvPr id="15" name="">
            <a:extLst xmlns:a="http://schemas.openxmlformats.org/drawingml/2006/main">
              <a:ext uri="{FF2B5EF4-FFF2-40B4-BE49-F238E27FC236}">
                <a16:creationId xmlns:a16="http://schemas.microsoft.com/office/drawing/2014/main" id="{B49DAF8F-BEB2-4AB3-B2C9-51A26FBC4A81}"/>
              </a:ext>
            </a:extLst>
          </p:cNvPr>
          <p:cNvSpPr>
            <a:spLocks xmlns:a="http://schemas.openxmlformats.org/drawingml/2006/main" noGrp="1"/>
          </p:cNvSpPr>
          <p:nvPr/>
        </p:nvSpPr>
        <p:spPr>
          <a:xfrm xmlns:a="http://schemas.openxmlformats.org/drawingml/2006/main">
            <a:off x="685800" y="1952625"/>
            <a:ext cx="14192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102A43"/>
                </a:solidFill>
              </a:defRPr>
            </a:pPr>
            <a:r>
              <a:rPr sz="1013" b="1">
                <a:solidFill>
                  <a:srgbClr val="102A43"/>
                </a:solidFill>
              </a:rPr>
              <a:t>Casual fan</a:t>
            </a:r>
          </a:p>
        </p:txBody>
      </p:sp>
      <p:sp>
        <p:nvSpPr>
          <p:cNvPr id="16" name="">
            <a:extLst xmlns:a="http://schemas.openxmlformats.org/drawingml/2006/main">
              <a:ext uri="{FF2B5EF4-FFF2-40B4-BE49-F238E27FC236}">
                <a16:creationId xmlns:a16="http://schemas.microsoft.com/office/drawing/2014/main" id="{0E700ADA-D343-4F2D-997D-0555CCF9EE2B}"/>
              </a:ext>
            </a:extLst>
          </p:cNvPr>
          <p:cNvSpPr>
            <a:spLocks xmlns:a="http://schemas.openxmlformats.org/drawingml/2006/main" noGrp="1"/>
          </p:cNvSpPr>
          <p:nvPr/>
        </p:nvSpPr>
        <p:spPr>
          <a:xfrm xmlns:a="http://schemas.openxmlformats.org/drawingml/2006/main">
            <a:off x="2257425" y="1952625"/>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Mở mobile để xem trận hôm nay</a:t>
            </a:r>
          </a:p>
        </p:txBody>
      </p:sp>
      <p:sp>
        <p:nvSpPr>
          <p:cNvPr id="17" name="">
            <a:extLst xmlns:a="http://schemas.openxmlformats.org/drawingml/2006/main">
              <a:ext uri="{FF2B5EF4-FFF2-40B4-BE49-F238E27FC236}">
                <a16:creationId xmlns:a16="http://schemas.microsoft.com/office/drawing/2014/main" id="{1FA8658D-76E8-4456-9181-0B546E245AA8}"/>
              </a:ext>
            </a:extLst>
          </p:cNvPr>
          <p:cNvSpPr>
            <a:spLocks xmlns:a="http://schemas.openxmlformats.org/drawingml/2006/main" noGrp="1"/>
          </p:cNvSpPr>
          <p:nvPr/>
        </p:nvSpPr>
        <p:spPr>
          <a:xfrm xmlns:a="http://schemas.openxmlformats.org/drawingml/2006/main">
            <a:off x="3924300" y="1952625"/>
            <a:ext cx="1466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Feed dày, không thấy lối vào lịch</a:t>
            </a:r>
          </a:p>
        </p:txBody>
      </p:sp>
      <p:sp>
        <p:nvSpPr>
          <p:cNvPr id="18" name="">
            <a:extLst xmlns:a="http://schemas.openxmlformats.org/drawingml/2006/main">
              <a:ext uri="{FF2B5EF4-FFF2-40B4-BE49-F238E27FC236}">
                <a16:creationId xmlns:a16="http://schemas.microsoft.com/office/drawing/2014/main" id="{D2E359BA-32C1-4112-8146-9BB0AFB70D07}"/>
              </a:ext>
            </a:extLst>
          </p:cNvPr>
          <p:cNvSpPr>
            <a:spLocks xmlns:a="http://schemas.openxmlformats.org/drawingml/2006/main" noGrp="1"/>
          </p:cNvSpPr>
          <p:nvPr/>
        </p:nvSpPr>
        <p:spPr>
          <a:xfrm xmlns:a="http://schemas.openxmlformats.org/drawingml/2006/main">
            <a:off x="5543550" y="1952625"/>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Visibility thấp</a:t>
            </a:r>
          </a:p>
        </p:txBody>
      </p:sp>
      <p:sp>
        <p:nvSpPr>
          <p:cNvPr id="19" name="">
            <a:extLst xmlns:a="http://schemas.openxmlformats.org/drawingml/2006/main">
              <a:ext uri="{FF2B5EF4-FFF2-40B4-BE49-F238E27FC236}">
                <a16:creationId xmlns:a16="http://schemas.microsoft.com/office/drawing/2014/main" id="{BEE7C498-14A9-4899-933B-4DA2A3D7DEE5}"/>
              </a:ext>
            </a:extLst>
          </p:cNvPr>
          <p:cNvSpPr>
            <a:spLocks xmlns:a="http://schemas.openxmlformats.org/drawingml/2006/main" noGrp="1"/>
          </p:cNvSpPr>
          <p:nvPr/>
        </p:nvSpPr>
        <p:spPr>
          <a:xfrm xmlns:a="http://schemas.openxmlformats.org/drawingml/2006/main">
            <a:off x="7210425" y="1952625"/>
            <a:ext cx="1400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Mất thời gian, dễ rời trang</a:t>
            </a:r>
          </a:p>
        </p:txBody>
      </p:sp>
      <p:sp>
        <p:nvSpPr>
          <p:cNvPr id="20" name="">
            <a:extLst xmlns:a="http://schemas.openxmlformats.org/drawingml/2006/main">
              <a:ext uri="{FF2B5EF4-FFF2-40B4-BE49-F238E27FC236}">
                <a16:creationId xmlns:a16="http://schemas.microsoft.com/office/drawing/2014/main" id="{66900188-500C-4822-BBD8-009E6505FE92}"/>
              </a:ext>
            </a:extLst>
          </p:cNvPr>
          <p:cNvSpPr>
            <a:spLocks xmlns:a="http://schemas.openxmlformats.org/drawingml/2006/main" noGrp="1"/>
          </p:cNvSpPr>
          <p:nvPr/>
        </p:nvSpPr>
        <p:spPr>
          <a:xfrm xmlns:a="http://schemas.openxmlformats.org/drawingml/2006/main">
            <a:off x="609600" y="2771775"/>
            <a:ext cx="8077200" cy="809625"/>
          </a:xfrm>
          <a:prstGeom xmlns:a="http://schemas.openxmlformats.org/drawingml/2006/main" prst="roundRect">
            <a:avLst>
              <a:gd name="adj" fmla="val 14118"/>
            </a:avLst>
          </a:prstGeom>
          <a:solidFill xmlns:a="http://schemas.openxmlformats.org/drawingml/2006/main">
            <a:srgbClr val="EAF3FB"/>
          </a:solidFill>
          <a:ln xmlns:a="http://schemas.openxmlformats.org/drawingml/2006/main" w="9525">
            <a:solidFill>
              <a:srgbClr val="EAF3FB"/>
            </a:solidFill>
            <a:prstDash val="solid"/>
          </a:ln>
        </p:spPr>
      </p:sp>
      <p:sp>
        <p:nvSpPr>
          <p:cNvPr id="21" name="">
            <a:extLst xmlns:a="http://schemas.openxmlformats.org/drawingml/2006/main">
              <a:ext uri="{FF2B5EF4-FFF2-40B4-BE49-F238E27FC236}">
                <a16:creationId xmlns:a16="http://schemas.microsoft.com/office/drawing/2014/main" id="{8F950708-20D2-489E-952E-68C662C73988}"/>
              </a:ext>
            </a:extLst>
          </p:cNvPr>
          <p:cNvSpPr>
            <a:spLocks xmlns:a="http://schemas.openxmlformats.org/drawingml/2006/main" noGrp="1"/>
          </p:cNvSpPr>
          <p:nvPr/>
        </p:nvSpPr>
        <p:spPr>
          <a:xfrm xmlns:a="http://schemas.openxmlformats.org/drawingml/2006/main">
            <a:off x="685800" y="2819400"/>
            <a:ext cx="14192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102A43"/>
                </a:solidFill>
              </a:defRPr>
            </a:pPr>
            <a:r>
              <a:rPr sz="1013" b="1">
                <a:solidFill>
                  <a:srgbClr val="102A43"/>
                </a:solidFill>
              </a:rPr>
              <a:t>Tournament follower</a:t>
            </a:r>
          </a:p>
        </p:txBody>
      </p:sp>
      <p:sp>
        <p:nvSpPr>
          <p:cNvPr id="22" name="">
            <a:extLst xmlns:a="http://schemas.openxmlformats.org/drawingml/2006/main">
              <a:ext uri="{FF2B5EF4-FFF2-40B4-BE49-F238E27FC236}">
                <a16:creationId xmlns:a16="http://schemas.microsoft.com/office/drawing/2014/main" id="{AF10B836-AF3F-4771-AF67-686FEE49B140}"/>
              </a:ext>
            </a:extLst>
          </p:cNvPr>
          <p:cNvSpPr>
            <a:spLocks xmlns:a="http://schemas.openxmlformats.org/drawingml/2006/main" noGrp="1"/>
          </p:cNvSpPr>
          <p:nvPr/>
        </p:nvSpPr>
        <p:spPr>
          <a:xfrm xmlns:a="http://schemas.openxmlformats.org/drawingml/2006/main">
            <a:off x="2257425" y="2819400"/>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Đi từ bài tin sang highlights</a:t>
            </a:r>
          </a:p>
        </p:txBody>
      </p:sp>
      <p:sp>
        <p:nvSpPr>
          <p:cNvPr id="23" name="">
            <a:extLst xmlns:a="http://schemas.openxmlformats.org/drawingml/2006/main">
              <a:ext uri="{FF2B5EF4-FFF2-40B4-BE49-F238E27FC236}">
                <a16:creationId xmlns:a16="http://schemas.microsoft.com/office/drawing/2014/main" id="{698314D2-F9B0-49A9-9680-07B8A5997E44}"/>
              </a:ext>
            </a:extLst>
          </p:cNvPr>
          <p:cNvSpPr>
            <a:spLocks xmlns:a="http://schemas.openxmlformats.org/drawingml/2006/main" noGrp="1"/>
          </p:cNvSpPr>
          <p:nvPr/>
        </p:nvSpPr>
        <p:spPr>
          <a:xfrm xmlns:a="http://schemas.openxmlformats.org/drawingml/2006/main">
            <a:off x="3924300" y="2819400"/>
            <a:ext cx="1466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Handoff FIFA+ thiếu liên tục</a:t>
            </a:r>
          </a:p>
        </p:txBody>
      </p:sp>
      <p:sp>
        <p:nvSpPr>
          <p:cNvPr id="24" name="">
            <a:extLst xmlns:a="http://schemas.openxmlformats.org/drawingml/2006/main">
              <a:ext uri="{FF2B5EF4-FFF2-40B4-BE49-F238E27FC236}">
                <a16:creationId xmlns:a16="http://schemas.microsoft.com/office/drawing/2014/main" id="{8A954777-E74C-4174-89AB-18FA0D1F393B}"/>
              </a:ext>
            </a:extLst>
          </p:cNvPr>
          <p:cNvSpPr>
            <a:spLocks xmlns:a="http://schemas.openxmlformats.org/drawingml/2006/main" noGrp="1"/>
          </p:cNvSpPr>
          <p:nvPr/>
        </p:nvSpPr>
        <p:spPr>
          <a:xfrm xmlns:a="http://schemas.openxmlformats.org/drawingml/2006/main">
            <a:off x="5543550" y="2819400"/>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Feedback / consistency</a:t>
            </a:r>
          </a:p>
        </p:txBody>
      </p:sp>
      <p:sp>
        <p:nvSpPr>
          <p:cNvPr id="25" name="">
            <a:extLst xmlns:a="http://schemas.openxmlformats.org/drawingml/2006/main">
              <a:ext uri="{FF2B5EF4-FFF2-40B4-BE49-F238E27FC236}">
                <a16:creationId xmlns:a16="http://schemas.microsoft.com/office/drawing/2014/main" id="{132AAC4D-8004-4E45-810B-4D5280DC2B12}"/>
              </a:ext>
            </a:extLst>
          </p:cNvPr>
          <p:cNvSpPr>
            <a:spLocks xmlns:a="http://schemas.openxmlformats.org/drawingml/2006/main" noGrp="1"/>
          </p:cNvSpPr>
          <p:nvPr/>
        </p:nvSpPr>
        <p:spPr>
          <a:xfrm xmlns:a="http://schemas.openxmlformats.org/drawingml/2006/main">
            <a:off x="7210425" y="2819400"/>
            <a:ext cx="1400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Không chắc còn trong đúng ngữ cảnh</a:t>
            </a:r>
          </a:p>
        </p:txBody>
      </p:sp>
      <p:sp>
        <p:nvSpPr>
          <p:cNvPr id="26" name="">
            <a:extLst xmlns:a="http://schemas.openxmlformats.org/drawingml/2006/main">
              <a:ext uri="{FF2B5EF4-FFF2-40B4-BE49-F238E27FC236}">
                <a16:creationId xmlns:a16="http://schemas.microsoft.com/office/drawing/2014/main" id="{E45819DF-F743-44D3-A566-A49E8B1C17C9}"/>
              </a:ext>
            </a:extLst>
          </p:cNvPr>
          <p:cNvSpPr>
            <a:spLocks xmlns:a="http://schemas.openxmlformats.org/drawingml/2006/main" noGrp="1"/>
          </p:cNvSpPr>
          <p:nvPr/>
        </p:nvSpPr>
        <p:spPr>
          <a:xfrm xmlns:a="http://schemas.openxmlformats.org/drawingml/2006/main">
            <a:off x="609600" y="3638550"/>
            <a:ext cx="8077200" cy="809625"/>
          </a:xfrm>
          <a:prstGeom xmlns:a="http://schemas.openxmlformats.org/drawingml/2006/main" prst="roundRect">
            <a:avLst>
              <a:gd name="adj" fmla="val 14118"/>
            </a:avLst>
          </a:prstGeom>
          <a:solidFill xmlns:a="http://schemas.openxmlformats.org/drawingml/2006/main">
            <a:srgbClr val="FFFFFF"/>
          </a:solidFill>
          <a:ln xmlns:a="http://schemas.openxmlformats.org/drawingml/2006/main" w="9525">
            <a:solidFill>
              <a:srgbClr val="EAF3FB"/>
            </a:solidFill>
            <a:prstDash val="solid"/>
          </a:ln>
        </p:spPr>
      </p:sp>
      <p:sp>
        <p:nvSpPr>
          <p:cNvPr id="27" name="">
            <a:extLst xmlns:a="http://schemas.openxmlformats.org/drawingml/2006/main">
              <a:ext uri="{FF2B5EF4-FFF2-40B4-BE49-F238E27FC236}">
                <a16:creationId xmlns:a16="http://schemas.microsoft.com/office/drawing/2014/main" id="{D6D67C26-5212-4365-808A-E1F0B77AB2AA}"/>
              </a:ext>
            </a:extLst>
          </p:cNvPr>
          <p:cNvSpPr>
            <a:spLocks xmlns:a="http://schemas.openxmlformats.org/drawingml/2006/main" noGrp="1"/>
          </p:cNvSpPr>
          <p:nvPr/>
        </p:nvSpPr>
        <p:spPr>
          <a:xfrm xmlns:a="http://schemas.openxmlformats.org/drawingml/2006/main">
            <a:off x="685800" y="3686175"/>
            <a:ext cx="14192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102A43"/>
                </a:solidFill>
              </a:defRPr>
            </a:pPr>
            <a:r>
              <a:rPr sz="1013" b="1">
                <a:solidFill>
                  <a:srgbClr val="102A43"/>
                </a:solidFill>
              </a:rPr>
              <a:t>Media researcher</a:t>
            </a:r>
          </a:p>
        </p:txBody>
      </p:sp>
      <p:sp>
        <p:nvSpPr>
          <p:cNvPr id="28" name="">
            <a:extLst xmlns:a="http://schemas.openxmlformats.org/drawingml/2006/main">
              <a:ext uri="{FF2B5EF4-FFF2-40B4-BE49-F238E27FC236}">
                <a16:creationId xmlns:a16="http://schemas.microsoft.com/office/drawing/2014/main" id="{BD3E6F1C-1187-4700-AE74-7CE616E33811}"/>
              </a:ext>
            </a:extLst>
          </p:cNvPr>
          <p:cNvSpPr>
            <a:spLocks xmlns:a="http://schemas.openxmlformats.org/drawingml/2006/main" noGrp="1"/>
          </p:cNvSpPr>
          <p:nvPr/>
        </p:nvSpPr>
        <p:spPr>
          <a:xfrm xmlns:a="http://schemas.openxmlformats.org/drawingml/2006/main">
            <a:off x="2257425" y="3686175"/>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Tìm trang vé hoặc nguồn chính thức</a:t>
            </a:r>
          </a:p>
        </p:txBody>
      </p:sp>
      <p:sp>
        <p:nvSpPr>
          <p:cNvPr id="29" name="">
            <a:extLst xmlns:a="http://schemas.openxmlformats.org/drawingml/2006/main">
              <a:ext uri="{FF2B5EF4-FFF2-40B4-BE49-F238E27FC236}">
                <a16:creationId xmlns:a16="http://schemas.microsoft.com/office/drawing/2014/main" id="{96E2CA43-B8EB-4796-8CC9-400F7AAD921B}"/>
              </a:ext>
            </a:extLst>
          </p:cNvPr>
          <p:cNvSpPr>
            <a:spLocks xmlns:a="http://schemas.openxmlformats.org/drawingml/2006/main" noGrp="1"/>
          </p:cNvSpPr>
          <p:nvPr/>
        </p:nvSpPr>
        <p:spPr>
          <a:xfrm xmlns:a="http://schemas.openxmlformats.org/drawingml/2006/main">
            <a:off x="3924300" y="3686175"/>
            <a:ext cx="1466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Search và nhãn nguồn khó nhận biết</a:t>
            </a:r>
          </a:p>
        </p:txBody>
      </p:sp>
      <p:sp>
        <p:nvSpPr>
          <p:cNvPr id="30" name="">
            <a:extLst xmlns:a="http://schemas.openxmlformats.org/drawingml/2006/main">
              <a:ext uri="{FF2B5EF4-FFF2-40B4-BE49-F238E27FC236}">
                <a16:creationId xmlns:a16="http://schemas.microsoft.com/office/drawing/2014/main" id="{27BC395A-7357-4857-B381-52B308B6F496}"/>
              </a:ext>
            </a:extLst>
          </p:cNvPr>
          <p:cNvSpPr>
            <a:spLocks xmlns:a="http://schemas.openxmlformats.org/drawingml/2006/main" noGrp="1"/>
          </p:cNvSpPr>
          <p:nvPr/>
        </p:nvSpPr>
        <p:spPr>
          <a:xfrm xmlns:a="http://schemas.openxmlformats.org/drawingml/2006/main">
            <a:off x="5543550" y="3686175"/>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Recognition over recall</a:t>
            </a:r>
          </a:p>
        </p:txBody>
      </p:sp>
      <p:sp>
        <p:nvSpPr>
          <p:cNvPr id="31" name="">
            <a:extLst xmlns:a="http://schemas.openxmlformats.org/drawingml/2006/main">
              <a:ext uri="{FF2B5EF4-FFF2-40B4-BE49-F238E27FC236}">
                <a16:creationId xmlns:a16="http://schemas.microsoft.com/office/drawing/2014/main" id="{D796C3CB-1C8F-4C9E-A637-4A1278852D74}"/>
              </a:ext>
            </a:extLst>
          </p:cNvPr>
          <p:cNvSpPr>
            <a:spLocks xmlns:a="http://schemas.openxmlformats.org/drawingml/2006/main" noGrp="1"/>
          </p:cNvSpPr>
          <p:nvPr/>
        </p:nvSpPr>
        <p:spPr>
          <a:xfrm xmlns:a="http://schemas.openxmlformats.org/drawingml/2006/main">
            <a:off x="7210425" y="3686175"/>
            <a:ext cx="1400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Khó kiểm chứng, phải dò nhiều</a:t>
            </a:r>
          </a:p>
        </p:txBody>
      </p:sp>
    </p:spTree>
    <p:extLst>
      <p:ext uri="{BB962C8B-B14F-4D97-AF65-F5344CB8AC3E}">
        <p14:creationId xmlns:p14="http://schemas.microsoft.com/office/powerpoint/2010/main" val="73822786"/>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2E41BC3-7F66-4D36-9A3F-0B2910732EDD}"/>
              </a:ext>
            </a:extLst>
          </p:cNvPr>
          <p:cNvSpPr>
            <a:spLocks xmlns:a="http://schemas.openxmlformats.org/drawingml/2006/main" noGrp="1"/>
          </p:cNvSpPr>
          <p:nvPr/>
        </p:nvSpPr>
        <p:spPr>
          <a:xfrm xmlns:a="http://schemas.openxmlformats.org/drawingml/2006/main">
            <a:off x="609600" y="2286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326295"/>
                </a:solidFill>
              </a:defRPr>
            </a:pPr>
            <a:r>
              <a:rPr sz="1050" b="1">
                <a:solidFill>
                  <a:srgbClr val="326295"/>
                </a:solidFill>
              </a:rPr>
              <a:t>RECOMMENDED SOLUTION</a:t>
            </a:r>
          </a:p>
        </p:txBody>
      </p:sp>
      <p:sp>
        <p:nvSpPr>
          <p:cNvPr id="2" name="">
            <a:extLst xmlns:a="http://schemas.openxmlformats.org/drawingml/2006/main">
              <a:ext uri="{FF2B5EF4-FFF2-40B4-BE49-F238E27FC236}">
                <a16:creationId xmlns:a16="http://schemas.microsoft.com/office/drawing/2014/main" id="{37F286FC-744F-443C-849B-62CAD4644DEB}"/>
              </a:ext>
            </a:extLst>
          </p:cNvPr>
          <p:cNvSpPr>
            <a:spLocks xmlns:a="http://schemas.openxmlformats.org/drawingml/2006/main" noGrp="1"/>
          </p:cNvSpPr>
          <p:nvPr/>
        </p:nvSpPr>
        <p:spPr>
          <a:xfrm xmlns:a="http://schemas.openxmlformats.org/drawingml/2006/main">
            <a:off x="609600" y="5143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102A43"/>
                </a:solidFill>
              </a:defRPr>
            </a:pPr>
            <a:r>
              <a:rPr sz="2700" b="1">
                <a:solidFill>
                  <a:srgbClr val="102A43"/>
                </a:solidFill>
              </a:rPr>
              <a:t>Recommended solution, FIFA.com</a:t>
            </a:r>
          </a:p>
        </p:txBody>
      </p:sp>
      <p:sp>
        <p:nvSpPr>
          <p:cNvPr id="3" name="">
            <a:extLst xmlns:a="http://schemas.openxmlformats.org/drawingml/2006/main">
              <a:ext uri="{FF2B5EF4-FFF2-40B4-BE49-F238E27FC236}">
                <a16:creationId xmlns:a16="http://schemas.microsoft.com/office/drawing/2014/main" id="{99649D67-00BB-498B-A5EB-3870296A1F8D}"/>
              </a:ext>
            </a:extLst>
          </p:cNvPr>
          <p:cNvSpPr>
            <a:spLocks xmlns:a="http://schemas.openxmlformats.org/drawingml/2006/main" noGrp="1"/>
          </p:cNvSpPr>
          <p:nvPr/>
        </p:nvSpPr>
        <p:spPr>
          <a:xfrm xmlns:a="http://schemas.openxmlformats.org/drawingml/2006/main">
            <a:off x="11049000" y="2667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1">
                <a:solidFill>
                  <a:srgbClr val="326295"/>
                </a:solidFill>
              </a:defRPr>
            </a:pPr>
            <a:r>
              <a:rPr sz="1200" b="1">
                <a:solidFill>
                  <a:srgbClr val="326295"/>
                </a:solidFill>
              </a:rPr>
              <a:t>06</a:t>
            </a:r>
          </a:p>
        </p:txBody>
      </p:sp>
      <p:sp>
        <p:nvSpPr>
          <p:cNvPr id="4" name="">
            <a:extLst xmlns:a="http://schemas.openxmlformats.org/drawingml/2006/main">
              <a:ext uri="{FF2B5EF4-FFF2-40B4-BE49-F238E27FC236}">
                <a16:creationId xmlns:a16="http://schemas.microsoft.com/office/drawing/2014/main" id="{E1B55731-9143-49A5-A59D-45C3F72C381A}"/>
              </a:ext>
            </a:extLst>
          </p:cNvPr>
          <p:cNvSpPr>
            <a:spLocks xmlns:a="http://schemas.openxmlformats.org/drawingml/2006/main" noGrp="1"/>
          </p:cNvSpPr>
          <p:nvPr/>
        </p:nvSpPr>
        <p:spPr>
          <a:xfrm xmlns:a="http://schemas.openxmlformats.org/drawingml/2006/main">
            <a:off x="609600" y="1123950"/>
            <a:ext cx="876300" cy="38100"/>
          </a:xfrm>
          <a:prstGeom xmlns:a="http://schemas.openxmlformats.org/drawingml/2006/main" prst="rect">
            <a:avLst/>
          </a:prstGeom>
          <a:solidFill xmlns:a="http://schemas.openxmlformats.org/drawingml/2006/main">
            <a:srgbClr val="326295"/>
          </a:solidFill>
          <a:ln xmlns:a="http://schemas.openxmlformats.org/drawingml/2006/main" w="0">
            <a:solidFill>
              <a:srgbClr val="326295"/>
            </a:solidFill>
            <a:prstDash val="solid"/>
          </a:ln>
        </p:spPr>
      </p:sp>
      <p:sp>
        <p:nvSpPr>
          <p:cNvPr id="5" name="">
            <a:extLst xmlns:a="http://schemas.openxmlformats.org/drawingml/2006/main">
              <a:ext uri="{FF2B5EF4-FFF2-40B4-BE49-F238E27FC236}">
                <a16:creationId xmlns:a16="http://schemas.microsoft.com/office/drawing/2014/main" id="{1DE2FAFC-842B-4692-899B-33EFFE9640D2}"/>
              </a:ext>
            </a:extLst>
          </p:cNvPr>
          <p:cNvSpPr>
            <a:spLocks xmlns:a="http://schemas.openxmlformats.org/drawingml/2006/main" noGrp="1"/>
          </p:cNvSpPr>
          <p:nvPr/>
        </p:nvSpPr>
        <p:spPr>
          <a:xfrm xmlns:a="http://schemas.openxmlformats.org/drawingml/2006/main">
            <a:off x="609600" y="6572250"/>
            <a:ext cx="4000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4748B"/>
                </a:solidFill>
              </a:defRPr>
            </a:pPr>
            <a:r>
              <a:rPr sz="825" b="0">
                <a:solidFill>
                  <a:srgbClr val="64748B"/>
                </a:solidFill>
              </a:rPr>
              <a:t>HCI • PA1 • FIFA.com</a:t>
            </a:r>
          </a:p>
        </p:txBody>
      </p:sp>
      <p:sp>
        <p:nvSpPr>
          <p:cNvPr id="6" name="">
            <a:extLst xmlns:a="http://schemas.openxmlformats.org/drawingml/2006/main">
              <a:ext uri="{FF2B5EF4-FFF2-40B4-BE49-F238E27FC236}">
                <a16:creationId xmlns:a16="http://schemas.microsoft.com/office/drawing/2014/main" id="{CAFE8FCF-AC3D-4DD8-85B7-286C7ECD58E1}"/>
              </a:ext>
            </a:extLst>
          </p:cNvPr>
          <p:cNvSpPr>
            <a:spLocks xmlns:a="http://schemas.openxmlformats.org/drawingml/2006/main" noGrp="1"/>
          </p:cNvSpPr>
          <p:nvPr/>
        </p:nvSpPr>
        <p:spPr>
          <a:xfrm xmlns:a="http://schemas.openxmlformats.org/drawingml/2006/main">
            <a:off x="10668000" y="657225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4748B"/>
                </a:solidFill>
              </a:defRPr>
            </a:pPr>
            <a:r>
              <a:rPr sz="825" b="0">
                <a:solidFill>
                  <a:srgbClr val="64748B"/>
                </a:solidFill>
              </a:rPr>
              <a:t>6 / 12</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10842e890a7345f6"/>
          <a:stretch xmlns:a="http://schemas.openxmlformats.org/drawingml/2006/main"/>
        </p:blipFill>
        <p:spPr>
          <a:xfrm xmlns:a="http://schemas.openxmlformats.org/drawingml/2006/main">
            <a:off x="9956898" y="1466850"/>
            <a:ext cx="660204" cy="1428750"/>
          </a:xfrm>
          <a:prstGeom xmlns:a="http://schemas.openxmlformats.org/drawingml/2006/main" prst="roundRect">
            <a:avLst>
              <a:gd name="adj" fmla="val 8000"/>
            </a:avLst>
          </a:prstGeom>
        </p:spPr>
      </p:pic>
      <p:sp>
        <p:nvSpPr>
          <p:cNvPr id="8" name="">
            <a:extLst xmlns:a="http://schemas.openxmlformats.org/drawingml/2006/main">
              <a:ext uri="{FF2B5EF4-FFF2-40B4-BE49-F238E27FC236}">
                <a16:creationId xmlns:a16="http://schemas.microsoft.com/office/drawing/2014/main" id="{428361A0-78EC-4129-9845-38B6B5DFD525}"/>
              </a:ext>
            </a:extLst>
          </p:cNvPr>
          <p:cNvSpPr>
            <a:spLocks xmlns:a="http://schemas.openxmlformats.org/drawingml/2006/main" noGrp="1"/>
          </p:cNvSpPr>
          <p:nvPr/>
        </p:nvSpPr>
        <p:spPr>
          <a:xfrm xmlns:a="http://schemas.openxmlformats.org/drawingml/2006/main">
            <a:off x="609600" y="1466850"/>
            <a:ext cx="8077200" cy="381000"/>
          </a:xfrm>
          <a:prstGeom xmlns:a="http://schemas.openxmlformats.org/drawingml/2006/main" prst="roundRect">
            <a:avLst>
              <a:gd name="adj" fmla="val 30000"/>
            </a:avLst>
          </a:prstGeom>
          <a:solidFill xmlns:a="http://schemas.openxmlformats.org/drawingml/2006/main">
            <a:srgbClr val="102A43"/>
          </a:solidFill>
          <a:ln xmlns:a="http://schemas.openxmlformats.org/drawingml/2006/main" w="9525">
            <a:solidFill>
              <a:srgbClr val="102A43"/>
            </a:solidFill>
            <a:prstDash val="solid"/>
          </a:ln>
        </p:spPr>
      </p:sp>
      <p:sp>
        <p:nvSpPr>
          <p:cNvPr id="9" name="">
            <a:extLst xmlns:a="http://schemas.openxmlformats.org/drawingml/2006/main">
              <a:ext uri="{FF2B5EF4-FFF2-40B4-BE49-F238E27FC236}">
                <a16:creationId xmlns:a16="http://schemas.microsoft.com/office/drawing/2014/main" id="{F454F6D1-E971-4758-9243-41D938CCB912}"/>
              </a:ext>
            </a:extLst>
          </p:cNvPr>
          <p:cNvSpPr>
            <a:spLocks xmlns:a="http://schemas.openxmlformats.org/drawingml/2006/main" noGrp="1"/>
          </p:cNvSpPr>
          <p:nvPr/>
        </p:nvSpPr>
        <p:spPr>
          <a:xfrm xmlns:a="http://schemas.openxmlformats.org/drawingml/2006/main">
            <a:off x="685800" y="1504950"/>
            <a:ext cx="14192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Solution</a:t>
            </a:r>
          </a:p>
        </p:txBody>
      </p:sp>
      <p:sp>
        <p:nvSpPr>
          <p:cNvPr id="10" name="">
            <a:extLst xmlns:a="http://schemas.openxmlformats.org/drawingml/2006/main">
              <a:ext uri="{FF2B5EF4-FFF2-40B4-BE49-F238E27FC236}">
                <a16:creationId xmlns:a16="http://schemas.microsoft.com/office/drawing/2014/main" id="{C76D4692-ED3D-42D4-81F6-50D060AFB13D}"/>
              </a:ext>
            </a:extLst>
          </p:cNvPr>
          <p:cNvSpPr>
            <a:spLocks xmlns:a="http://schemas.openxmlformats.org/drawingml/2006/main" noGrp="1"/>
          </p:cNvSpPr>
          <p:nvPr/>
        </p:nvSpPr>
        <p:spPr>
          <a:xfrm xmlns:a="http://schemas.openxmlformats.org/drawingml/2006/main">
            <a:off x="2257425" y="1504950"/>
            <a:ext cx="15144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Khắc phục</a:t>
            </a:r>
          </a:p>
        </p:txBody>
      </p:sp>
      <p:sp>
        <p:nvSpPr>
          <p:cNvPr id="11" name="">
            <a:extLst xmlns:a="http://schemas.openxmlformats.org/drawingml/2006/main">
              <a:ext uri="{FF2B5EF4-FFF2-40B4-BE49-F238E27FC236}">
                <a16:creationId xmlns:a16="http://schemas.microsoft.com/office/drawing/2014/main" id="{D7BF53BC-8D75-46FE-BA54-48B4C805D2DE}"/>
              </a:ext>
            </a:extLst>
          </p:cNvPr>
          <p:cNvSpPr>
            <a:spLocks xmlns:a="http://schemas.openxmlformats.org/drawingml/2006/main" noGrp="1"/>
          </p:cNvSpPr>
          <p:nvPr/>
        </p:nvSpPr>
        <p:spPr>
          <a:xfrm xmlns:a="http://schemas.openxmlformats.org/drawingml/2006/main">
            <a:off x="3924300" y="1504950"/>
            <a:ext cx="146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Nguyên nhân HCI</a:t>
            </a:r>
          </a:p>
        </p:txBody>
      </p:sp>
      <p:sp>
        <p:nvSpPr>
          <p:cNvPr id="12" name="">
            <a:extLst xmlns:a="http://schemas.openxmlformats.org/drawingml/2006/main">
              <a:ext uri="{FF2B5EF4-FFF2-40B4-BE49-F238E27FC236}">
                <a16:creationId xmlns:a16="http://schemas.microsoft.com/office/drawing/2014/main" id="{7C7D51B8-9913-4D4D-8354-6B008D982A1C}"/>
              </a:ext>
            </a:extLst>
          </p:cNvPr>
          <p:cNvSpPr>
            <a:spLocks xmlns:a="http://schemas.openxmlformats.org/drawingml/2006/main" noGrp="1"/>
          </p:cNvSpPr>
          <p:nvPr/>
        </p:nvSpPr>
        <p:spPr>
          <a:xfrm xmlns:a="http://schemas.openxmlformats.org/drawingml/2006/main">
            <a:off x="5543550" y="1504950"/>
            <a:ext cx="15144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Cách sửa trên UI</a:t>
            </a:r>
          </a:p>
        </p:txBody>
      </p:sp>
      <p:sp>
        <p:nvSpPr>
          <p:cNvPr id="13" name="">
            <a:extLst xmlns:a="http://schemas.openxmlformats.org/drawingml/2006/main">
              <a:ext uri="{FF2B5EF4-FFF2-40B4-BE49-F238E27FC236}">
                <a16:creationId xmlns:a16="http://schemas.microsoft.com/office/drawing/2014/main" id="{3D55C71D-A007-4596-9F68-86A1479CF228}"/>
              </a:ext>
            </a:extLst>
          </p:cNvPr>
          <p:cNvSpPr>
            <a:spLocks xmlns:a="http://schemas.openxmlformats.org/drawingml/2006/main" noGrp="1"/>
          </p:cNvSpPr>
          <p:nvPr/>
        </p:nvSpPr>
        <p:spPr>
          <a:xfrm xmlns:a="http://schemas.openxmlformats.org/drawingml/2006/main">
            <a:off x="7210425" y="1504950"/>
            <a:ext cx="14001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Kết quả</a:t>
            </a:r>
          </a:p>
        </p:txBody>
      </p:sp>
      <p:sp>
        <p:nvSpPr>
          <p:cNvPr id="14" name="">
            <a:extLst xmlns:a="http://schemas.openxmlformats.org/drawingml/2006/main">
              <a:ext uri="{FF2B5EF4-FFF2-40B4-BE49-F238E27FC236}">
                <a16:creationId xmlns:a16="http://schemas.microsoft.com/office/drawing/2014/main" id="{DBCEE5AB-7896-413D-ACA0-19EC7B645E8F}"/>
              </a:ext>
            </a:extLst>
          </p:cNvPr>
          <p:cNvSpPr>
            <a:spLocks xmlns:a="http://schemas.openxmlformats.org/drawingml/2006/main" noGrp="1"/>
          </p:cNvSpPr>
          <p:nvPr/>
        </p:nvSpPr>
        <p:spPr>
          <a:xfrm xmlns:a="http://schemas.openxmlformats.org/drawingml/2006/main">
            <a:off x="609600" y="1905000"/>
            <a:ext cx="8077200" cy="561975"/>
          </a:xfrm>
          <a:prstGeom xmlns:a="http://schemas.openxmlformats.org/drawingml/2006/main" prst="roundRect">
            <a:avLst>
              <a:gd name="adj" fmla="val 20339"/>
            </a:avLst>
          </a:prstGeom>
          <a:solidFill xmlns:a="http://schemas.openxmlformats.org/drawingml/2006/main">
            <a:srgbClr val="FFFFFF"/>
          </a:solidFill>
          <a:ln xmlns:a="http://schemas.openxmlformats.org/drawingml/2006/main" w="9525">
            <a:solidFill>
              <a:srgbClr val="EAF3FB"/>
            </a:solidFill>
            <a:prstDash val="solid"/>
          </a:ln>
        </p:spPr>
      </p:sp>
      <p:sp>
        <p:nvSpPr>
          <p:cNvPr id="15" name="">
            <a:extLst xmlns:a="http://schemas.openxmlformats.org/drawingml/2006/main">
              <a:ext uri="{FF2B5EF4-FFF2-40B4-BE49-F238E27FC236}">
                <a16:creationId xmlns:a16="http://schemas.microsoft.com/office/drawing/2014/main" id="{01E04100-85C8-4244-B954-C646C36F2109}"/>
              </a:ext>
            </a:extLst>
          </p:cNvPr>
          <p:cNvSpPr>
            <a:spLocks xmlns:a="http://schemas.openxmlformats.org/drawingml/2006/main" noGrp="1"/>
          </p:cNvSpPr>
          <p:nvPr/>
        </p:nvSpPr>
        <p:spPr>
          <a:xfrm xmlns:a="http://schemas.openxmlformats.org/drawingml/2006/main">
            <a:off x="685800" y="1952625"/>
            <a:ext cx="14192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1">
                <a:solidFill>
                  <a:srgbClr val="102A43"/>
                </a:solidFill>
              </a:defRPr>
            </a:pPr>
            <a:r>
              <a:rPr sz="938" b="1">
                <a:solidFill>
                  <a:srgbClr val="102A43"/>
                </a:solidFill>
              </a:rPr>
              <a:t>Quick task bar</a:t>
            </a:r>
          </a:p>
        </p:txBody>
      </p:sp>
      <p:sp>
        <p:nvSpPr>
          <p:cNvPr id="16" name="">
            <a:extLst xmlns:a="http://schemas.openxmlformats.org/drawingml/2006/main">
              <a:ext uri="{FF2B5EF4-FFF2-40B4-BE49-F238E27FC236}">
                <a16:creationId xmlns:a16="http://schemas.microsoft.com/office/drawing/2014/main" id="{BA972FCB-5957-4C62-8EE1-E1F3E71C9E27}"/>
              </a:ext>
            </a:extLst>
          </p:cNvPr>
          <p:cNvSpPr>
            <a:spLocks xmlns:a="http://schemas.openxmlformats.org/drawingml/2006/main" noGrp="1"/>
          </p:cNvSpPr>
          <p:nvPr/>
        </p:nvSpPr>
        <p:spPr>
          <a:xfrm xmlns:a="http://schemas.openxmlformats.org/drawingml/2006/main">
            <a:off x="2257425" y="1952625"/>
            <a:ext cx="15144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Khó vào lịch/tin/vé/FIFA+</a:t>
            </a:r>
          </a:p>
        </p:txBody>
      </p:sp>
      <p:sp>
        <p:nvSpPr>
          <p:cNvPr id="17" name="">
            <a:extLst xmlns:a="http://schemas.openxmlformats.org/drawingml/2006/main">
              <a:ext uri="{FF2B5EF4-FFF2-40B4-BE49-F238E27FC236}">
                <a16:creationId xmlns:a16="http://schemas.microsoft.com/office/drawing/2014/main" id="{3450427B-6ED9-4BE6-BA5D-B21071D0650C}"/>
              </a:ext>
            </a:extLst>
          </p:cNvPr>
          <p:cNvSpPr>
            <a:spLocks xmlns:a="http://schemas.openxmlformats.org/drawingml/2006/main" noGrp="1"/>
          </p:cNvSpPr>
          <p:nvPr/>
        </p:nvSpPr>
        <p:spPr>
          <a:xfrm xmlns:a="http://schemas.openxmlformats.org/drawingml/2006/main">
            <a:off x="3924300" y="1952625"/>
            <a:ext cx="14668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Visibility thấp</a:t>
            </a:r>
          </a:p>
        </p:txBody>
      </p:sp>
      <p:sp>
        <p:nvSpPr>
          <p:cNvPr id="18" name="">
            <a:extLst xmlns:a="http://schemas.openxmlformats.org/drawingml/2006/main">
              <a:ext uri="{FF2B5EF4-FFF2-40B4-BE49-F238E27FC236}">
                <a16:creationId xmlns:a16="http://schemas.microsoft.com/office/drawing/2014/main" id="{67CA6CC7-0A7D-4507-8BA2-E32170956F22}"/>
              </a:ext>
            </a:extLst>
          </p:cNvPr>
          <p:cNvSpPr>
            <a:spLocks xmlns:a="http://schemas.openxmlformats.org/drawingml/2006/main" noGrp="1"/>
          </p:cNvSpPr>
          <p:nvPr/>
        </p:nvSpPr>
        <p:spPr>
          <a:xfrm xmlns:a="http://schemas.openxmlformats.org/drawingml/2006/main">
            <a:off x="5543550" y="1952625"/>
            <a:ext cx="15144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4 lối tắt cố định</a:t>
            </a:r>
          </a:p>
        </p:txBody>
      </p:sp>
      <p:sp>
        <p:nvSpPr>
          <p:cNvPr id="19" name="">
            <a:extLst xmlns:a="http://schemas.openxmlformats.org/drawingml/2006/main">
              <a:ext uri="{FF2B5EF4-FFF2-40B4-BE49-F238E27FC236}">
                <a16:creationId xmlns:a16="http://schemas.microsoft.com/office/drawing/2014/main" id="{AB3D2FCF-63E0-4BB9-8817-174CF56F6488}"/>
              </a:ext>
            </a:extLst>
          </p:cNvPr>
          <p:cNvSpPr>
            <a:spLocks xmlns:a="http://schemas.openxmlformats.org/drawingml/2006/main" noGrp="1"/>
          </p:cNvSpPr>
          <p:nvPr/>
        </p:nvSpPr>
        <p:spPr>
          <a:xfrm xmlns:a="http://schemas.openxmlformats.org/drawingml/2006/main">
            <a:off x="7210425" y="1952625"/>
            <a:ext cx="14001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Đến tác vụ nhanh hơn</a:t>
            </a:r>
          </a:p>
        </p:txBody>
      </p:sp>
      <p:sp>
        <p:nvSpPr>
          <p:cNvPr id="20" name="">
            <a:extLst xmlns:a="http://schemas.openxmlformats.org/drawingml/2006/main">
              <a:ext uri="{FF2B5EF4-FFF2-40B4-BE49-F238E27FC236}">
                <a16:creationId xmlns:a16="http://schemas.microsoft.com/office/drawing/2014/main" id="{D2B90996-B340-4B48-AC3F-6909BAD14C72}"/>
              </a:ext>
            </a:extLst>
          </p:cNvPr>
          <p:cNvSpPr>
            <a:spLocks xmlns:a="http://schemas.openxmlformats.org/drawingml/2006/main" noGrp="1"/>
          </p:cNvSpPr>
          <p:nvPr/>
        </p:nvSpPr>
        <p:spPr>
          <a:xfrm xmlns:a="http://schemas.openxmlformats.org/drawingml/2006/main">
            <a:off x="609600" y="2524125"/>
            <a:ext cx="8077200" cy="561975"/>
          </a:xfrm>
          <a:prstGeom xmlns:a="http://schemas.openxmlformats.org/drawingml/2006/main" prst="roundRect">
            <a:avLst>
              <a:gd name="adj" fmla="val 20339"/>
            </a:avLst>
          </a:prstGeom>
          <a:solidFill xmlns:a="http://schemas.openxmlformats.org/drawingml/2006/main">
            <a:srgbClr val="EAF3FB"/>
          </a:solidFill>
          <a:ln xmlns:a="http://schemas.openxmlformats.org/drawingml/2006/main" w="9525">
            <a:solidFill>
              <a:srgbClr val="EAF3FB"/>
            </a:solidFill>
            <a:prstDash val="solid"/>
          </a:ln>
        </p:spPr>
      </p:sp>
      <p:sp>
        <p:nvSpPr>
          <p:cNvPr id="21" name="">
            <a:extLst xmlns:a="http://schemas.openxmlformats.org/drawingml/2006/main">
              <a:ext uri="{FF2B5EF4-FFF2-40B4-BE49-F238E27FC236}">
                <a16:creationId xmlns:a16="http://schemas.microsoft.com/office/drawing/2014/main" id="{B78C928D-923F-4E90-98C4-453DBE498A89}"/>
              </a:ext>
            </a:extLst>
          </p:cNvPr>
          <p:cNvSpPr>
            <a:spLocks xmlns:a="http://schemas.openxmlformats.org/drawingml/2006/main" noGrp="1"/>
          </p:cNvSpPr>
          <p:nvPr/>
        </p:nvSpPr>
        <p:spPr>
          <a:xfrm xmlns:a="http://schemas.openxmlformats.org/drawingml/2006/main">
            <a:off x="685800" y="2571750"/>
            <a:ext cx="14192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1">
                <a:solidFill>
                  <a:srgbClr val="102A43"/>
                </a:solidFill>
              </a:defRPr>
            </a:pPr>
            <a:r>
              <a:rPr sz="938" b="1">
                <a:solidFill>
                  <a:srgbClr val="102A43"/>
                </a:solidFill>
              </a:rPr>
              <a:t>Search có nhãn</a:t>
            </a:r>
          </a:p>
        </p:txBody>
      </p:sp>
      <p:sp>
        <p:nvSpPr>
          <p:cNvPr id="22" name="">
            <a:extLst xmlns:a="http://schemas.openxmlformats.org/drawingml/2006/main">
              <a:ext uri="{FF2B5EF4-FFF2-40B4-BE49-F238E27FC236}">
                <a16:creationId xmlns:a16="http://schemas.microsoft.com/office/drawing/2014/main" id="{3A7B42C9-EF67-44D9-904A-025A32DD61ED}"/>
              </a:ext>
            </a:extLst>
          </p:cNvPr>
          <p:cNvSpPr>
            <a:spLocks xmlns:a="http://schemas.openxmlformats.org/drawingml/2006/main" noGrp="1"/>
          </p:cNvSpPr>
          <p:nvPr/>
        </p:nvSpPr>
        <p:spPr>
          <a:xfrm xmlns:a="http://schemas.openxmlformats.org/drawingml/2006/main">
            <a:off x="2257425" y="2571750"/>
            <a:ext cx="15144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Khó nhận biết tìm kiếm</a:t>
            </a:r>
          </a:p>
        </p:txBody>
      </p:sp>
      <p:sp>
        <p:nvSpPr>
          <p:cNvPr id="23" name="">
            <a:extLst xmlns:a="http://schemas.openxmlformats.org/drawingml/2006/main">
              <a:ext uri="{FF2B5EF4-FFF2-40B4-BE49-F238E27FC236}">
                <a16:creationId xmlns:a16="http://schemas.microsoft.com/office/drawing/2014/main" id="{562418C6-38C0-4BDB-9F2F-918FFE1AF545}"/>
              </a:ext>
            </a:extLst>
          </p:cNvPr>
          <p:cNvSpPr>
            <a:spLocks xmlns:a="http://schemas.openxmlformats.org/drawingml/2006/main" noGrp="1"/>
          </p:cNvSpPr>
          <p:nvPr/>
        </p:nvSpPr>
        <p:spPr>
          <a:xfrm xmlns:a="http://schemas.openxmlformats.org/drawingml/2006/main">
            <a:off x="3924300" y="2571750"/>
            <a:ext cx="14668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Recognition kém</a:t>
            </a:r>
          </a:p>
        </p:txBody>
      </p:sp>
      <p:sp>
        <p:nvSpPr>
          <p:cNvPr id="24" name="">
            <a:extLst xmlns:a="http://schemas.openxmlformats.org/drawingml/2006/main">
              <a:ext uri="{FF2B5EF4-FFF2-40B4-BE49-F238E27FC236}">
                <a16:creationId xmlns:a16="http://schemas.microsoft.com/office/drawing/2014/main" id="{F5574C3F-8E56-4B50-978B-1F1BC8765910}"/>
              </a:ext>
            </a:extLst>
          </p:cNvPr>
          <p:cNvSpPr>
            <a:spLocks xmlns:a="http://schemas.openxmlformats.org/drawingml/2006/main" noGrp="1"/>
          </p:cNvSpPr>
          <p:nvPr/>
        </p:nvSpPr>
        <p:spPr>
          <a:xfrm xmlns:a="http://schemas.openxmlformats.org/drawingml/2006/main">
            <a:off x="5543550" y="2571750"/>
            <a:ext cx="15144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Icon + chữ “Tìm kiếm”</a:t>
            </a:r>
          </a:p>
        </p:txBody>
      </p:sp>
      <p:sp>
        <p:nvSpPr>
          <p:cNvPr id="25" name="">
            <a:extLst xmlns:a="http://schemas.openxmlformats.org/drawingml/2006/main">
              <a:ext uri="{FF2B5EF4-FFF2-40B4-BE49-F238E27FC236}">
                <a16:creationId xmlns:a16="http://schemas.microsoft.com/office/drawing/2014/main" id="{6DC2206D-380E-45EC-B50E-D7D5ED49A4DF}"/>
              </a:ext>
            </a:extLst>
          </p:cNvPr>
          <p:cNvSpPr>
            <a:spLocks xmlns:a="http://schemas.openxmlformats.org/drawingml/2006/main" noGrp="1"/>
          </p:cNvSpPr>
          <p:nvPr/>
        </p:nvSpPr>
        <p:spPr>
          <a:xfrm xmlns:a="http://schemas.openxmlformats.org/drawingml/2006/main">
            <a:off x="7210425" y="2571750"/>
            <a:ext cx="14001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Giảm dò menu</a:t>
            </a:r>
          </a:p>
        </p:txBody>
      </p:sp>
      <p:sp>
        <p:nvSpPr>
          <p:cNvPr id="26" name="">
            <a:extLst xmlns:a="http://schemas.openxmlformats.org/drawingml/2006/main">
              <a:ext uri="{FF2B5EF4-FFF2-40B4-BE49-F238E27FC236}">
                <a16:creationId xmlns:a16="http://schemas.microsoft.com/office/drawing/2014/main" id="{5AF17124-58A9-4FE1-A0FA-2777873F22E2}"/>
              </a:ext>
            </a:extLst>
          </p:cNvPr>
          <p:cNvSpPr>
            <a:spLocks xmlns:a="http://schemas.openxmlformats.org/drawingml/2006/main" noGrp="1"/>
          </p:cNvSpPr>
          <p:nvPr/>
        </p:nvSpPr>
        <p:spPr>
          <a:xfrm xmlns:a="http://schemas.openxmlformats.org/drawingml/2006/main">
            <a:off x="609600" y="3143250"/>
            <a:ext cx="8077200" cy="561975"/>
          </a:xfrm>
          <a:prstGeom xmlns:a="http://schemas.openxmlformats.org/drawingml/2006/main" prst="roundRect">
            <a:avLst>
              <a:gd name="adj" fmla="val 20339"/>
            </a:avLst>
          </a:prstGeom>
          <a:solidFill xmlns:a="http://schemas.openxmlformats.org/drawingml/2006/main">
            <a:srgbClr val="FFFFFF"/>
          </a:solidFill>
          <a:ln xmlns:a="http://schemas.openxmlformats.org/drawingml/2006/main" w="9525">
            <a:solidFill>
              <a:srgbClr val="EAF3FB"/>
            </a:solidFill>
            <a:prstDash val="solid"/>
          </a:ln>
        </p:spPr>
      </p:sp>
      <p:sp>
        <p:nvSpPr>
          <p:cNvPr id="27" name="">
            <a:extLst xmlns:a="http://schemas.openxmlformats.org/drawingml/2006/main">
              <a:ext uri="{FF2B5EF4-FFF2-40B4-BE49-F238E27FC236}">
                <a16:creationId xmlns:a16="http://schemas.microsoft.com/office/drawing/2014/main" id="{7874CF33-23A5-45F5-B951-F9C91B5187A8}"/>
              </a:ext>
            </a:extLst>
          </p:cNvPr>
          <p:cNvSpPr>
            <a:spLocks xmlns:a="http://schemas.openxmlformats.org/drawingml/2006/main" noGrp="1"/>
          </p:cNvSpPr>
          <p:nvPr/>
        </p:nvSpPr>
        <p:spPr>
          <a:xfrm xmlns:a="http://schemas.openxmlformats.org/drawingml/2006/main">
            <a:off x="685800" y="3190875"/>
            <a:ext cx="14192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1">
                <a:solidFill>
                  <a:srgbClr val="102A43"/>
                </a:solidFill>
              </a:defRPr>
            </a:pPr>
            <a:r>
              <a:rPr sz="938" b="1">
                <a:solidFill>
                  <a:srgbClr val="102A43"/>
                </a:solidFill>
              </a:rPr>
              <a:t>Context handoff</a:t>
            </a:r>
          </a:p>
        </p:txBody>
      </p:sp>
      <p:sp>
        <p:nvSpPr>
          <p:cNvPr id="28" name="">
            <a:extLst xmlns:a="http://schemas.openxmlformats.org/drawingml/2006/main">
              <a:ext uri="{FF2B5EF4-FFF2-40B4-BE49-F238E27FC236}">
                <a16:creationId xmlns:a16="http://schemas.microsoft.com/office/drawing/2014/main" id="{DF36E246-1488-4E23-8933-9377141E3C1A}"/>
              </a:ext>
            </a:extLst>
          </p:cNvPr>
          <p:cNvSpPr>
            <a:spLocks xmlns:a="http://schemas.openxmlformats.org/drawingml/2006/main" noGrp="1"/>
          </p:cNvSpPr>
          <p:nvPr/>
        </p:nvSpPr>
        <p:spPr>
          <a:xfrm xmlns:a="http://schemas.openxmlformats.org/drawingml/2006/main">
            <a:off x="2257425" y="3190875"/>
            <a:ext cx="15144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Mất ngữ cảnh khi sang FIFA+</a:t>
            </a:r>
          </a:p>
        </p:txBody>
      </p:sp>
      <p:sp>
        <p:nvSpPr>
          <p:cNvPr id="29" name="">
            <a:extLst xmlns:a="http://schemas.openxmlformats.org/drawingml/2006/main">
              <a:ext uri="{FF2B5EF4-FFF2-40B4-BE49-F238E27FC236}">
                <a16:creationId xmlns:a16="http://schemas.microsoft.com/office/drawing/2014/main" id="{5784CB1B-9E64-479E-9077-D7F32E5F9055}"/>
              </a:ext>
            </a:extLst>
          </p:cNvPr>
          <p:cNvSpPr>
            <a:spLocks xmlns:a="http://schemas.openxmlformats.org/drawingml/2006/main" noGrp="1"/>
          </p:cNvSpPr>
          <p:nvPr/>
        </p:nvSpPr>
        <p:spPr>
          <a:xfrm xmlns:a="http://schemas.openxmlformats.org/drawingml/2006/main">
            <a:off x="3924300" y="3190875"/>
            <a:ext cx="14668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Feedback thiếu</a:t>
            </a:r>
          </a:p>
        </p:txBody>
      </p:sp>
      <p:sp>
        <p:nvSpPr>
          <p:cNvPr id="30" name="">
            <a:extLst xmlns:a="http://schemas.openxmlformats.org/drawingml/2006/main">
              <a:ext uri="{FF2B5EF4-FFF2-40B4-BE49-F238E27FC236}">
                <a16:creationId xmlns:a16="http://schemas.microsoft.com/office/drawing/2014/main" id="{E1694FED-DB37-4EE7-8413-A573B68C55A3}"/>
              </a:ext>
            </a:extLst>
          </p:cNvPr>
          <p:cNvSpPr>
            <a:spLocks xmlns:a="http://schemas.openxmlformats.org/drawingml/2006/main" noGrp="1"/>
          </p:cNvSpPr>
          <p:nvPr/>
        </p:nvSpPr>
        <p:spPr>
          <a:xfrm xmlns:a="http://schemas.openxmlformats.org/drawingml/2006/main">
            <a:off x="5543550" y="3190875"/>
            <a:ext cx="15144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Banner + breadcrumb nguồn</a:t>
            </a:r>
          </a:p>
        </p:txBody>
      </p:sp>
      <p:sp>
        <p:nvSpPr>
          <p:cNvPr id="31" name="">
            <a:extLst xmlns:a="http://schemas.openxmlformats.org/drawingml/2006/main">
              <a:ext uri="{FF2B5EF4-FFF2-40B4-BE49-F238E27FC236}">
                <a16:creationId xmlns:a16="http://schemas.microsoft.com/office/drawing/2014/main" id="{7BB8B821-D417-449B-BA84-646C417DF0B4}"/>
              </a:ext>
            </a:extLst>
          </p:cNvPr>
          <p:cNvSpPr>
            <a:spLocks xmlns:a="http://schemas.openxmlformats.org/drawingml/2006/main" noGrp="1"/>
          </p:cNvSpPr>
          <p:nvPr/>
        </p:nvSpPr>
        <p:spPr>
          <a:xfrm xmlns:a="http://schemas.openxmlformats.org/drawingml/2006/main">
            <a:off x="7210425" y="3190875"/>
            <a:ext cx="14001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Biết đang mở nội dung nào</a:t>
            </a:r>
          </a:p>
        </p:txBody>
      </p:sp>
      <p:sp>
        <p:nvSpPr>
          <p:cNvPr id="32" name="">
            <a:extLst xmlns:a="http://schemas.openxmlformats.org/drawingml/2006/main">
              <a:ext uri="{FF2B5EF4-FFF2-40B4-BE49-F238E27FC236}">
                <a16:creationId xmlns:a16="http://schemas.microsoft.com/office/drawing/2014/main" id="{37D3E88A-3E72-4EA3-81BE-8E68B578269D}"/>
              </a:ext>
            </a:extLst>
          </p:cNvPr>
          <p:cNvSpPr>
            <a:spLocks xmlns:a="http://schemas.openxmlformats.org/drawingml/2006/main" noGrp="1"/>
          </p:cNvSpPr>
          <p:nvPr/>
        </p:nvSpPr>
        <p:spPr>
          <a:xfrm xmlns:a="http://schemas.openxmlformats.org/drawingml/2006/main">
            <a:off x="609600" y="3762375"/>
            <a:ext cx="8077200" cy="561975"/>
          </a:xfrm>
          <a:prstGeom xmlns:a="http://schemas.openxmlformats.org/drawingml/2006/main" prst="roundRect">
            <a:avLst>
              <a:gd name="adj" fmla="val 20339"/>
            </a:avLst>
          </a:prstGeom>
          <a:solidFill xmlns:a="http://schemas.openxmlformats.org/drawingml/2006/main">
            <a:srgbClr val="EAF3FB"/>
          </a:solidFill>
          <a:ln xmlns:a="http://schemas.openxmlformats.org/drawingml/2006/main" w="9525">
            <a:solidFill>
              <a:srgbClr val="EAF3FB"/>
            </a:solidFill>
            <a:prstDash val="solid"/>
          </a:ln>
        </p:spPr>
      </p:sp>
      <p:sp>
        <p:nvSpPr>
          <p:cNvPr id="33" name="">
            <a:extLst xmlns:a="http://schemas.openxmlformats.org/drawingml/2006/main">
              <a:ext uri="{FF2B5EF4-FFF2-40B4-BE49-F238E27FC236}">
                <a16:creationId xmlns:a16="http://schemas.microsoft.com/office/drawing/2014/main" id="{31EA471C-B64B-45F7-8100-A0185290F01F}"/>
              </a:ext>
            </a:extLst>
          </p:cNvPr>
          <p:cNvSpPr>
            <a:spLocks xmlns:a="http://schemas.openxmlformats.org/drawingml/2006/main" noGrp="1"/>
          </p:cNvSpPr>
          <p:nvPr/>
        </p:nvSpPr>
        <p:spPr>
          <a:xfrm xmlns:a="http://schemas.openxmlformats.org/drawingml/2006/main">
            <a:off x="685800" y="3810000"/>
            <a:ext cx="14192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1">
                <a:solidFill>
                  <a:srgbClr val="102A43"/>
                </a:solidFill>
              </a:defRPr>
            </a:pPr>
            <a:r>
              <a:rPr sz="938" b="1">
                <a:solidFill>
                  <a:srgbClr val="102A43"/>
                </a:solidFill>
              </a:rPr>
              <a:t>Media controls</a:t>
            </a:r>
          </a:p>
        </p:txBody>
      </p:sp>
      <p:sp>
        <p:nvSpPr>
          <p:cNvPr id="34" name="">
            <a:extLst xmlns:a="http://schemas.openxmlformats.org/drawingml/2006/main">
              <a:ext uri="{FF2B5EF4-FFF2-40B4-BE49-F238E27FC236}">
                <a16:creationId xmlns:a16="http://schemas.microsoft.com/office/drawing/2014/main" id="{DE4FB61C-6E5D-4A0F-844D-0F864A914315}"/>
              </a:ext>
            </a:extLst>
          </p:cNvPr>
          <p:cNvSpPr>
            <a:spLocks xmlns:a="http://schemas.openxmlformats.org/drawingml/2006/main" noGrp="1"/>
          </p:cNvSpPr>
          <p:nvPr/>
        </p:nvSpPr>
        <p:spPr>
          <a:xfrm xmlns:a="http://schemas.openxmlformats.org/drawingml/2006/main">
            <a:off x="2257425" y="3810000"/>
            <a:ext cx="15144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Tải chậm / tự phát</a:t>
            </a:r>
          </a:p>
        </p:txBody>
      </p:sp>
      <p:sp>
        <p:nvSpPr>
          <p:cNvPr id="35" name="">
            <a:extLst xmlns:a="http://schemas.openxmlformats.org/drawingml/2006/main">
              <a:ext uri="{FF2B5EF4-FFF2-40B4-BE49-F238E27FC236}">
                <a16:creationId xmlns:a16="http://schemas.microsoft.com/office/drawing/2014/main" id="{79ACD21D-810B-48E4-A419-6F81D8C4D2CA}"/>
              </a:ext>
            </a:extLst>
          </p:cNvPr>
          <p:cNvSpPr>
            <a:spLocks xmlns:a="http://schemas.openxmlformats.org/drawingml/2006/main" noGrp="1"/>
          </p:cNvSpPr>
          <p:nvPr/>
        </p:nvSpPr>
        <p:spPr>
          <a:xfrm xmlns:a="http://schemas.openxmlformats.org/drawingml/2006/main">
            <a:off x="3924300" y="3810000"/>
            <a:ext cx="14668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User control</a:t>
            </a:r>
          </a:p>
        </p:txBody>
      </p:sp>
      <p:sp>
        <p:nvSpPr>
          <p:cNvPr id="36" name="">
            <a:extLst xmlns:a="http://schemas.openxmlformats.org/drawingml/2006/main">
              <a:ext uri="{FF2B5EF4-FFF2-40B4-BE49-F238E27FC236}">
                <a16:creationId xmlns:a16="http://schemas.microsoft.com/office/drawing/2014/main" id="{5486045C-ACB7-4E6E-98D9-729804DDCE4A}"/>
              </a:ext>
            </a:extLst>
          </p:cNvPr>
          <p:cNvSpPr>
            <a:spLocks xmlns:a="http://schemas.openxmlformats.org/drawingml/2006/main" noGrp="1"/>
          </p:cNvSpPr>
          <p:nvPr/>
        </p:nvSpPr>
        <p:spPr>
          <a:xfrm xmlns:a="http://schemas.openxmlformats.org/drawingml/2006/main">
            <a:off x="5543550" y="3810000"/>
            <a:ext cx="15144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Poster trước, phát theo chọn</a:t>
            </a:r>
          </a:p>
        </p:txBody>
      </p:sp>
      <p:sp>
        <p:nvSpPr>
          <p:cNvPr id="37" name="">
            <a:extLst xmlns:a="http://schemas.openxmlformats.org/drawingml/2006/main">
              <a:ext uri="{FF2B5EF4-FFF2-40B4-BE49-F238E27FC236}">
                <a16:creationId xmlns:a16="http://schemas.microsoft.com/office/drawing/2014/main" id="{68E48047-9AF4-40DA-9083-7596E5607652}"/>
              </a:ext>
            </a:extLst>
          </p:cNvPr>
          <p:cNvSpPr>
            <a:spLocks xmlns:a="http://schemas.openxmlformats.org/drawingml/2006/main" noGrp="1"/>
          </p:cNvSpPr>
          <p:nvPr/>
        </p:nvSpPr>
        <p:spPr>
          <a:xfrm xmlns:a="http://schemas.openxmlformats.org/drawingml/2006/main">
            <a:off x="7210425" y="3810000"/>
            <a:ext cx="14001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Ổn định và chủ động</a:t>
            </a:r>
          </a:p>
        </p:txBody>
      </p:sp>
      <p:sp>
        <p:nvSpPr>
          <p:cNvPr id="38" name="">
            <a:extLst xmlns:a="http://schemas.openxmlformats.org/drawingml/2006/main">
              <a:ext uri="{FF2B5EF4-FFF2-40B4-BE49-F238E27FC236}">
                <a16:creationId xmlns:a16="http://schemas.microsoft.com/office/drawing/2014/main" id="{D37A33CB-1923-44CB-BA34-A44D0C58937C}"/>
              </a:ext>
            </a:extLst>
          </p:cNvPr>
          <p:cNvSpPr>
            <a:spLocks xmlns:a="http://schemas.openxmlformats.org/drawingml/2006/main" noGrp="1"/>
          </p:cNvSpPr>
          <p:nvPr/>
        </p:nvSpPr>
        <p:spPr>
          <a:xfrm xmlns:a="http://schemas.openxmlformats.org/drawingml/2006/main">
            <a:off x="609600" y="4381500"/>
            <a:ext cx="8077200" cy="561975"/>
          </a:xfrm>
          <a:prstGeom xmlns:a="http://schemas.openxmlformats.org/drawingml/2006/main" prst="roundRect">
            <a:avLst>
              <a:gd name="adj" fmla="val 20339"/>
            </a:avLst>
          </a:prstGeom>
          <a:solidFill xmlns:a="http://schemas.openxmlformats.org/drawingml/2006/main">
            <a:srgbClr val="FFFFFF"/>
          </a:solidFill>
          <a:ln xmlns:a="http://schemas.openxmlformats.org/drawingml/2006/main" w="9525">
            <a:solidFill>
              <a:srgbClr val="EAF3FB"/>
            </a:solidFill>
            <a:prstDash val="solid"/>
          </a:ln>
        </p:spPr>
      </p:sp>
      <p:sp>
        <p:nvSpPr>
          <p:cNvPr id="39" name="">
            <a:extLst xmlns:a="http://schemas.openxmlformats.org/drawingml/2006/main">
              <a:ext uri="{FF2B5EF4-FFF2-40B4-BE49-F238E27FC236}">
                <a16:creationId xmlns:a16="http://schemas.microsoft.com/office/drawing/2014/main" id="{8869B830-2C91-4ECF-BB30-6D61E2554C8A}"/>
              </a:ext>
            </a:extLst>
          </p:cNvPr>
          <p:cNvSpPr>
            <a:spLocks xmlns:a="http://schemas.openxmlformats.org/drawingml/2006/main" noGrp="1"/>
          </p:cNvSpPr>
          <p:nvPr/>
        </p:nvSpPr>
        <p:spPr>
          <a:xfrm xmlns:a="http://schemas.openxmlformats.org/drawingml/2006/main">
            <a:off x="685800" y="4429125"/>
            <a:ext cx="14192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1">
                <a:solidFill>
                  <a:srgbClr val="102A43"/>
                </a:solidFill>
              </a:defRPr>
            </a:pPr>
            <a:r>
              <a:rPr sz="938" b="1">
                <a:solidFill>
                  <a:srgbClr val="102A43"/>
                </a:solidFill>
              </a:rPr>
              <a:t>Progressive home</a:t>
            </a:r>
          </a:p>
        </p:txBody>
      </p:sp>
      <p:sp>
        <p:nvSpPr>
          <p:cNvPr id="40" name="">
            <a:extLst xmlns:a="http://schemas.openxmlformats.org/drawingml/2006/main">
              <a:ext uri="{FF2B5EF4-FFF2-40B4-BE49-F238E27FC236}">
                <a16:creationId xmlns:a16="http://schemas.microsoft.com/office/drawing/2014/main" id="{9B145216-00AF-4B00-A188-866C089A702B}"/>
              </a:ext>
            </a:extLst>
          </p:cNvPr>
          <p:cNvSpPr>
            <a:spLocks xmlns:a="http://schemas.openxmlformats.org/drawingml/2006/main" noGrp="1"/>
          </p:cNvSpPr>
          <p:nvPr/>
        </p:nvSpPr>
        <p:spPr>
          <a:xfrm xmlns:a="http://schemas.openxmlformats.org/drawingml/2006/main">
            <a:off x="2257425" y="4429125"/>
            <a:ext cx="15144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Trang chủ quá dày</a:t>
            </a:r>
          </a:p>
        </p:txBody>
      </p:sp>
      <p:sp>
        <p:nvSpPr>
          <p:cNvPr id="41" name="">
            <a:extLst xmlns:a="http://schemas.openxmlformats.org/drawingml/2006/main">
              <a:ext uri="{FF2B5EF4-FFF2-40B4-BE49-F238E27FC236}">
                <a16:creationId xmlns:a16="http://schemas.microsoft.com/office/drawing/2014/main" id="{B9886A2B-5D1D-4B24-9D5E-67F009020314}"/>
              </a:ext>
            </a:extLst>
          </p:cNvPr>
          <p:cNvSpPr>
            <a:spLocks xmlns:a="http://schemas.openxmlformats.org/drawingml/2006/main" noGrp="1"/>
          </p:cNvSpPr>
          <p:nvPr/>
        </p:nvSpPr>
        <p:spPr>
          <a:xfrm xmlns:a="http://schemas.openxmlformats.org/drawingml/2006/main">
            <a:off x="3924300" y="4429125"/>
            <a:ext cx="14668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Cognitive load cao</a:t>
            </a:r>
          </a:p>
        </p:txBody>
      </p:sp>
      <p:sp>
        <p:nvSpPr>
          <p:cNvPr id="42" name="">
            <a:extLst xmlns:a="http://schemas.openxmlformats.org/drawingml/2006/main">
              <a:ext uri="{FF2B5EF4-FFF2-40B4-BE49-F238E27FC236}">
                <a16:creationId xmlns:a16="http://schemas.microsoft.com/office/drawing/2014/main" id="{E0D4DE99-F8DF-4F54-8C4F-42612819570D}"/>
              </a:ext>
            </a:extLst>
          </p:cNvPr>
          <p:cNvSpPr>
            <a:spLocks xmlns:a="http://schemas.openxmlformats.org/drawingml/2006/main" noGrp="1"/>
          </p:cNvSpPr>
          <p:nvPr/>
        </p:nvSpPr>
        <p:spPr>
          <a:xfrm xmlns:a="http://schemas.openxmlformats.org/drawingml/2006/main">
            <a:off x="5543550" y="4429125"/>
            <a:ext cx="15144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Ưu tiên trận; mở dần feed</a:t>
            </a:r>
          </a:p>
        </p:txBody>
      </p:sp>
      <p:sp>
        <p:nvSpPr>
          <p:cNvPr id="43" name="">
            <a:extLst xmlns:a="http://schemas.openxmlformats.org/drawingml/2006/main">
              <a:ext uri="{FF2B5EF4-FFF2-40B4-BE49-F238E27FC236}">
                <a16:creationId xmlns:a16="http://schemas.microsoft.com/office/drawing/2014/main" id="{C76F1898-598B-4977-92A0-D0BDB558B666}"/>
              </a:ext>
            </a:extLst>
          </p:cNvPr>
          <p:cNvSpPr>
            <a:spLocks xmlns:a="http://schemas.openxmlformats.org/drawingml/2006/main" noGrp="1"/>
          </p:cNvSpPr>
          <p:nvPr/>
        </p:nvSpPr>
        <p:spPr>
          <a:xfrm xmlns:a="http://schemas.openxmlformats.org/drawingml/2006/main">
            <a:off x="7210425" y="4429125"/>
            <a:ext cx="14001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Quét nhanh hơn</a:t>
            </a:r>
          </a:p>
        </p:txBody>
      </p:sp>
    </p:spTree>
    <p:extLst>
      <p:ext uri="{BB962C8B-B14F-4D97-AF65-F5344CB8AC3E}">
        <p14:creationId xmlns:p14="http://schemas.microsoft.com/office/powerpoint/2010/main" val="1101758959"/>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6E61A72-E483-46B8-8F85-B419CFA2F679}"/>
              </a:ext>
            </a:extLst>
          </p:cNvPr>
          <p:cNvSpPr>
            <a:spLocks xmlns:a="http://schemas.openxmlformats.org/drawingml/2006/main" noGrp="1"/>
          </p:cNvSpPr>
          <p:nvPr/>
        </p:nvSpPr>
        <p:spPr>
          <a:xfrm xmlns:a="http://schemas.openxmlformats.org/drawingml/2006/main">
            <a:off x="609600" y="2286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769656"/>
                </a:solidFill>
              </a:defRPr>
            </a:pPr>
            <a:r>
              <a:rPr sz="1050" b="1">
                <a:solidFill>
                  <a:srgbClr val="769656"/>
                </a:solidFill>
              </a:rPr>
              <a:t>WEBSITE INTERACTIVE USERS</a:t>
            </a:r>
          </a:p>
        </p:txBody>
      </p:sp>
      <p:sp>
        <p:nvSpPr>
          <p:cNvPr id="2" name="">
            <a:extLst xmlns:a="http://schemas.openxmlformats.org/drawingml/2006/main">
              <a:ext uri="{FF2B5EF4-FFF2-40B4-BE49-F238E27FC236}">
                <a16:creationId xmlns:a16="http://schemas.microsoft.com/office/drawing/2014/main" id="{EDF1F3F1-BF89-4F01-AF22-0DAB05FB27F0}"/>
              </a:ext>
            </a:extLst>
          </p:cNvPr>
          <p:cNvSpPr>
            <a:spLocks xmlns:a="http://schemas.openxmlformats.org/drawingml/2006/main" noGrp="1"/>
          </p:cNvSpPr>
          <p:nvPr/>
        </p:nvSpPr>
        <p:spPr>
          <a:xfrm xmlns:a="http://schemas.openxmlformats.org/drawingml/2006/main">
            <a:off x="609600" y="5143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63A29"/>
                </a:solidFill>
              </a:defRPr>
            </a:pPr>
            <a:r>
              <a:rPr sz="2700" b="1">
                <a:solidFill>
                  <a:srgbClr val="263A29"/>
                </a:solidFill>
              </a:rPr>
              <a:t>Website interactive users, Chess.com</a:t>
            </a:r>
          </a:p>
        </p:txBody>
      </p:sp>
      <p:sp>
        <p:nvSpPr>
          <p:cNvPr id="3" name="">
            <a:extLst xmlns:a="http://schemas.openxmlformats.org/drawingml/2006/main">
              <a:ext uri="{FF2B5EF4-FFF2-40B4-BE49-F238E27FC236}">
                <a16:creationId xmlns:a16="http://schemas.microsoft.com/office/drawing/2014/main" id="{480691F9-B51B-48DA-9A01-42590CFE65DE}"/>
              </a:ext>
            </a:extLst>
          </p:cNvPr>
          <p:cNvSpPr>
            <a:spLocks xmlns:a="http://schemas.openxmlformats.org/drawingml/2006/main" noGrp="1"/>
          </p:cNvSpPr>
          <p:nvPr/>
        </p:nvSpPr>
        <p:spPr>
          <a:xfrm xmlns:a="http://schemas.openxmlformats.org/drawingml/2006/main">
            <a:off x="11049000" y="2667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1">
                <a:solidFill>
                  <a:srgbClr val="769656"/>
                </a:solidFill>
              </a:defRPr>
            </a:pPr>
            <a:r>
              <a:rPr sz="1200" b="1">
                <a:solidFill>
                  <a:srgbClr val="769656"/>
                </a:solidFill>
              </a:rPr>
              <a:t>07</a:t>
            </a:r>
          </a:p>
        </p:txBody>
      </p:sp>
      <p:sp>
        <p:nvSpPr>
          <p:cNvPr id="4" name="">
            <a:extLst xmlns:a="http://schemas.openxmlformats.org/drawingml/2006/main">
              <a:ext uri="{FF2B5EF4-FFF2-40B4-BE49-F238E27FC236}">
                <a16:creationId xmlns:a16="http://schemas.microsoft.com/office/drawing/2014/main" id="{DB503E51-8399-48AC-BE84-80E838F69168}"/>
              </a:ext>
            </a:extLst>
          </p:cNvPr>
          <p:cNvSpPr>
            <a:spLocks xmlns:a="http://schemas.openxmlformats.org/drawingml/2006/main" noGrp="1"/>
          </p:cNvSpPr>
          <p:nvPr/>
        </p:nvSpPr>
        <p:spPr>
          <a:xfrm xmlns:a="http://schemas.openxmlformats.org/drawingml/2006/main">
            <a:off x="609600" y="1123950"/>
            <a:ext cx="876300" cy="38100"/>
          </a:xfrm>
          <a:prstGeom xmlns:a="http://schemas.openxmlformats.org/drawingml/2006/main" prst="rect">
            <a:avLst/>
          </a:prstGeom>
          <a:solidFill xmlns:a="http://schemas.openxmlformats.org/drawingml/2006/main">
            <a:srgbClr val="769656"/>
          </a:solidFill>
          <a:ln xmlns:a="http://schemas.openxmlformats.org/drawingml/2006/main" w="0">
            <a:solidFill>
              <a:srgbClr val="769656"/>
            </a:solidFill>
            <a:prstDash val="solid"/>
          </a:ln>
        </p:spPr>
      </p:sp>
      <p:sp>
        <p:nvSpPr>
          <p:cNvPr id="5" name="">
            <a:extLst xmlns:a="http://schemas.openxmlformats.org/drawingml/2006/main">
              <a:ext uri="{FF2B5EF4-FFF2-40B4-BE49-F238E27FC236}">
                <a16:creationId xmlns:a16="http://schemas.microsoft.com/office/drawing/2014/main" id="{6914BAF9-095C-4C7F-A222-9AE54C3A310B}"/>
              </a:ext>
            </a:extLst>
          </p:cNvPr>
          <p:cNvSpPr>
            <a:spLocks xmlns:a="http://schemas.openxmlformats.org/drawingml/2006/main" noGrp="1"/>
          </p:cNvSpPr>
          <p:nvPr/>
        </p:nvSpPr>
        <p:spPr>
          <a:xfrm xmlns:a="http://schemas.openxmlformats.org/drawingml/2006/main">
            <a:off x="609600" y="6572250"/>
            <a:ext cx="4000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4748B"/>
                </a:solidFill>
              </a:defRPr>
            </a:pPr>
            <a:r>
              <a:rPr sz="825" b="0">
                <a:solidFill>
                  <a:srgbClr val="64748B"/>
                </a:solidFill>
              </a:rPr>
              <a:t>HCI • PA1 • Chess.com</a:t>
            </a:r>
          </a:p>
        </p:txBody>
      </p:sp>
      <p:sp>
        <p:nvSpPr>
          <p:cNvPr id="6" name="">
            <a:extLst xmlns:a="http://schemas.openxmlformats.org/drawingml/2006/main">
              <a:ext uri="{FF2B5EF4-FFF2-40B4-BE49-F238E27FC236}">
                <a16:creationId xmlns:a16="http://schemas.microsoft.com/office/drawing/2014/main" id="{1500B5CE-4A32-4852-92FA-8A5585F5D213}"/>
              </a:ext>
            </a:extLst>
          </p:cNvPr>
          <p:cNvSpPr>
            <a:spLocks xmlns:a="http://schemas.openxmlformats.org/drawingml/2006/main" noGrp="1"/>
          </p:cNvSpPr>
          <p:nvPr/>
        </p:nvSpPr>
        <p:spPr>
          <a:xfrm xmlns:a="http://schemas.openxmlformats.org/drawingml/2006/main">
            <a:off x="10668000" y="657225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4748B"/>
                </a:solidFill>
              </a:defRPr>
            </a:pPr>
            <a:r>
              <a:rPr sz="825" b="0">
                <a:solidFill>
                  <a:srgbClr val="64748B"/>
                </a:solidFill>
              </a:rPr>
              <a:t>7 / 12</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28a8cb58b0f94bcf"/>
          <a:stretch xmlns:a="http://schemas.openxmlformats.org/drawingml/2006/main"/>
        </p:blipFill>
        <p:spPr>
          <a:xfrm xmlns:a="http://schemas.openxmlformats.org/drawingml/2006/main">
            <a:off x="7905750" y="2371460"/>
            <a:ext cx="3676650" cy="2553229"/>
          </a:xfrm>
          <a:prstGeom xmlns:a="http://schemas.openxmlformats.org/drawingml/2006/main" prst="roundRect">
            <a:avLst>
              <a:gd name="adj" fmla="val 3109"/>
            </a:avLst>
          </a:prstGeom>
        </p:spPr>
      </p:pic>
      <p:sp>
        <p:nvSpPr>
          <p:cNvPr id="8" name="">
            <a:extLst xmlns:a="http://schemas.openxmlformats.org/drawingml/2006/main">
              <a:ext uri="{FF2B5EF4-FFF2-40B4-BE49-F238E27FC236}">
                <a16:creationId xmlns:a16="http://schemas.microsoft.com/office/drawing/2014/main" id="{E5D9067D-D58C-42BF-AE15-9188BC3456AE}"/>
              </a:ext>
            </a:extLst>
          </p:cNvPr>
          <p:cNvSpPr>
            <a:spLocks xmlns:a="http://schemas.openxmlformats.org/drawingml/2006/main" noGrp="1"/>
          </p:cNvSpPr>
          <p:nvPr/>
        </p:nvSpPr>
        <p:spPr>
          <a:xfrm xmlns:a="http://schemas.openxmlformats.org/drawingml/2006/main">
            <a:off x="609600" y="1390650"/>
            <a:ext cx="695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769656"/>
                </a:solidFill>
              </a:defRPr>
            </a:pPr>
            <a:r>
              <a:rPr sz="1050" b="1">
                <a:solidFill>
                  <a:srgbClr val="769656"/>
                </a:solidFill>
              </a:rPr>
              <a:t>Nhóm user   •   Mục tiêu   •   Bối cảnh   •   Khó khăn chính</a:t>
            </a:r>
          </a:p>
        </p:txBody>
      </p:sp>
      <p:sp>
        <p:nvSpPr>
          <p:cNvPr id="9" name="">
            <a:extLst xmlns:a="http://schemas.openxmlformats.org/drawingml/2006/main">
              <a:ext uri="{FF2B5EF4-FFF2-40B4-BE49-F238E27FC236}">
                <a16:creationId xmlns:a16="http://schemas.microsoft.com/office/drawing/2014/main" id="{A1B79863-3BAE-4284-A934-82A58487D829}"/>
              </a:ext>
            </a:extLst>
          </p:cNvPr>
          <p:cNvSpPr>
            <a:spLocks xmlns:a="http://schemas.openxmlformats.org/drawingml/2006/main" noGrp="1"/>
          </p:cNvSpPr>
          <p:nvPr/>
        </p:nvSpPr>
        <p:spPr>
          <a:xfrm xmlns:a="http://schemas.openxmlformats.org/drawingml/2006/main">
            <a:off x="609600" y="1790700"/>
            <a:ext cx="69532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8E0E8"/>
            </a:solidFill>
            <a:prstDash val="solid"/>
          </a:ln>
        </p:spPr>
      </p:sp>
      <p:sp>
        <p:nvSpPr>
          <p:cNvPr id="10" name="">
            <a:extLst xmlns:a="http://schemas.openxmlformats.org/drawingml/2006/main">
              <a:ext uri="{FF2B5EF4-FFF2-40B4-BE49-F238E27FC236}">
                <a16:creationId xmlns:a16="http://schemas.microsoft.com/office/drawing/2014/main" id="{E3D58736-7746-4E42-A2DC-F33B3D3AC53E}"/>
              </a:ext>
            </a:extLst>
          </p:cNvPr>
          <p:cNvSpPr>
            <a:spLocks xmlns:a="http://schemas.openxmlformats.org/drawingml/2006/main" noGrp="1"/>
          </p:cNvSpPr>
          <p:nvPr/>
        </p:nvSpPr>
        <p:spPr>
          <a:xfrm xmlns:a="http://schemas.openxmlformats.org/drawingml/2006/main">
            <a:off x="781050" y="1885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63A29"/>
                </a:solidFill>
              </a:defRPr>
            </a:pPr>
            <a:r>
              <a:rPr sz="1350" b="1">
                <a:solidFill>
                  <a:srgbClr val="263A29"/>
                </a:solidFill>
              </a:rPr>
              <a:t>Beginner learner</a:t>
            </a:r>
          </a:p>
        </p:txBody>
      </p:sp>
      <p:sp>
        <p:nvSpPr>
          <p:cNvPr id="11" name="">
            <a:extLst xmlns:a="http://schemas.openxmlformats.org/drawingml/2006/main">
              <a:ext uri="{FF2B5EF4-FFF2-40B4-BE49-F238E27FC236}">
                <a16:creationId xmlns:a16="http://schemas.microsoft.com/office/drawing/2014/main" id="{40CC183C-09A6-4C07-98BB-DEDBBFA017B4}"/>
              </a:ext>
            </a:extLst>
          </p:cNvPr>
          <p:cNvSpPr>
            <a:spLocks xmlns:a="http://schemas.openxmlformats.org/drawingml/2006/main" noGrp="1"/>
          </p:cNvSpPr>
          <p:nvPr/>
        </p:nvSpPr>
        <p:spPr>
          <a:xfrm xmlns:a="http://schemas.openxmlformats.org/drawingml/2006/main">
            <a:off x="2647950" y="188595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769656"/>
                </a:solidFill>
              </a:defRPr>
            </a:pPr>
            <a:r>
              <a:rPr sz="900" b="1">
                <a:solidFill>
                  <a:srgbClr val="769656"/>
                </a:solidFill>
              </a:rPr>
              <a:t>Mục tiêu</a:t>
            </a:r>
          </a:p>
        </p:txBody>
      </p:sp>
      <p:sp>
        <p:nvSpPr>
          <p:cNvPr id="12" name="">
            <a:extLst xmlns:a="http://schemas.openxmlformats.org/drawingml/2006/main">
              <a:ext uri="{FF2B5EF4-FFF2-40B4-BE49-F238E27FC236}">
                <a16:creationId xmlns:a16="http://schemas.microsoft.com/office/drawing/2014/main" id="{1B1C986A-922E-4F95-9909-1F99C99248D7}"/>
              </a:ext>
            </a:extLst>
          </p:cNvPr>
          <p:cNvSpPr>
            <a:spLocks xmlns:a="http://schemas.openxmlformats.org/drawingml/2006/main" noGrp="1"/>
          </p:cNvSpPr>
          <p:nvPr/>
        </p:nvSpPr>
        <p:spPr>
          <a:xfrm xmlns:a="http://schemas.openxmlformats.org/drawingml/2006/main">
            <a:off x="2647950" y="2114550"/>
            <a:ext cx="209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263A29"/>
                </a:solidFill>
              </a:defRPr>
            </a:pPr>
            <a:r>
              <a:rPr sz="1125" b="0">
                <a:solidFill>
                  <a:srgbClr val="263A29"/>
                </a:solidFill>
              </a:rPr>
              <a:t>Biết bắt đầu và học nền tảng</a:t>
            </a:r>
          </a:p>
        </p:txBody>
      </p:sp>
      <p:sp>
        <p:nvSpPr>
          <p:cNvPr id="13" name="">
            <a:extLst xmlns:a="http://schemas.openxmlformats.org/drawingml/2006/main">
              <a:ext uri="{FF2B5EF4-FFF2-40B4-BE49-F238E27FC236}">
                <a16:creationId xmlns:a16="http://schemas.microsoft.com/office/drawing/2014/main" id="{468EDFBE-2C06-492F-83E8-0839B5696724}"/>
              </a:ext>
            </a:extLst>
          </p:cNvPr>
          <p:cNvSpPr>
            <a:spLocks xmlns:a="http://schemas.openxmlformats.org/drawingml/2006/main" noGrp="1"/>
          </p:cNvSpPr>
          <p:nvPr/>
        </p:nvSpPr>
        <p:spPr>
          <a:xfrm xmlns:a="http://schemas.openxmlformats.org/drawingml/2006/main">
            <a:off x="4876800" y="188595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769656"/>
                </a:solidFill>
              </a:defRPr>
            </a:pPr>
            <a:r>
              <a:rPr sz="900" b="1">
                <a:solidFill>
                  <a:srgbClr val="769656"/>
                </a:solidFill>
              </a:rPr>
              <a:t>Bối cảnh</a:t>
            </a:r>
          </a:p>
        </p:txBody>
      </p:sp>
      <p:sp>
        <p:nvSpPr>
          <p:cNvPr id="14" name="">
            <a:extLst xmlns:a="http://schemas.openxmlformats.org/drawingml/2006/main">
              <a:ext uri="{FF2B5EF4-FFF2-40B4-BE49-F238E27FC236}">
                <a16:creationId xmlns:a16="http://schemas.microsoft.com/office/drawing/2014/main" id="{A1D9D3A8-740A-4DBD-9069-08F96A299D50}"/>
              </a:ext>
            </a:extLst>
          </p:cNvPr>
          <p:cNvSpPr>
            <a:spLocks xmlns:a="http://schemas.openxmlformats.org/drawingml/2006/main" noGrp="1"/>
          </p:cNvSpPr>
          <p:nvPr/>
        </p:nvSpPr>
        <p:spPr>
          <a:xfrm xmlns:a="http://schemas.openxmlformats.org/drawingml/2006/main">
            <a:off x="4876800" y="2114550"/>
            <a:ext cx="1123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263A29"/>
                </a:solidFill>
              </a:defRPr>
            </a:pPr>
            <a:r>
              <a:rPr sz="1050" b="0">
                <a:solidFill>
                  <a:srgbClr val="263A29"/>
                </a:solidFill>
              </a:rPr>
              <a:t>Desktop/mobile, phiên ngắn</a:t>
            </a:r>
          </a:p>
        </p:txBody>
      </p:sp>
      <p:sp>
        <p:nvSpPr>
          <p:cNvPr id="15" name="">
            <a:extLst xmlns:a="http://schemas.openxmlformats.org/drawingml/2006/main">
              <a:ext uri="{FF2B5EF4-FFF2-40B4-BE49-F238E27FC236}">
                <a16:creationId xmlns:a16="http://schemas.microsoft.com/office/drawing/2014/main" id="{4209D999-642A-44B2-B265-9BAD1B0C2706}"/>
              </a:ext>
            </a:extLst>
          </p:cNvPr>
          <p:cNvSpPr>
            <a:spLocks xmlns:a="http://schemas.openxmlformats.org/drawingml/2006/main" noGrp="1"/>
          </p:cNvSpPr>
          <p:nvPr/>
        </p:nvSpPr>
        <p:spPr>
          <a:xfrm xmlns:a="http://schemas.openxmlformats.org/drawingml/2006/main">
            <a:off x="6134100" y="188595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769656"/>
                </a:solidFill>
              </a:defRPr>
            </a:pPr>
            <a:r>
              <a:rPr sz="900" b="1">
                <a:solidFill>
                  <a:srgbClr val="769656"/>
                </a:solidFill>
              </a:rPr>
              <a:t>Khó khăn</a:t>
            </a:r>
          </a:p>
        </p:txBody>
      </p:sp>
      <p:sp>
        <p:nvSpPr>
          <p:cNvPr id="16" name="">
            <a:extLst xmlns:a="http://schemas.openxmlformats.org/drawingml/2006/main">
              <a:ext uri="{FF2B5EF4-FFF2-40B4-BE49-F238E27FC236}">
                <a16:creationId xmlns:a16="http://schemas.microsoft.com/office/drawing/2014/main" id="{81E730AD-C62C-4C41-9F49-01ADB02B5359}"/>
              </a:ext>
            </a:extLst>
          </p:cNvPr>
          <p:cNvSpPr>
            <a:spLocks xmlns:a="http://schemas.openxmlformats.org/drawingml/2006/main" noGrp="1"/>
          </p:cNvSpPr>
          <p:nvPr/>
        </p:nvSpPr>
        <p:spPr>
          <a:xfrm xmlns:a="http://schemas.openxmlformats.org/drawingml/2006/main">
            <a:off x="6134100" y="211455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263A29"/>
                </a:solidFill>
              </a:defRPr>
            </a:pPr>
            <a:r>
              <a:rPr sz="1050" b="0">
                <a:solidFill>
                  <a:srgbClr val="263A29"/>
                </a:solidFill>
              </a:rPr>
              <a:t>Quá nhiều lựa chọn Play/Learn/Puzzles</a:t>
            </a:r>
          </a:p>
        </p:txBody>
      </p:sp>
      <p:sp>
        <p:nvSpPr>
          <p:cNvPr id="17" name="">
            <a:extLst xmlns:a="http://schemas.openxmlformats.org/drawingml/2006/main">
              <a:ext uri="{FF2B5EF4-FFF2-40B4-BE49-F238E27FC236}">
                <a16:creationId xmlns:a16="http://schemas.microsoft.com/office/drawing/2014/main" id="{B4BACFFD-4AE4-4FBA-8884-016D1506ED86}"/>
              </a:ext>
            </a:extLst>
          </p:cNvPr>
          <p:cNvSpPr>
            <a:spLocks xmlns:a="http://schemas.openxmlformats.org/drawingml/2006/main" noGrp="1"/>
          </p:cNvSpPr>
          <p:nvPr/>
        </p:nvSpPr>
        <p:spPr>
          <a:xfrm xmlns:a="http://schemas.openxmlformats.org/drawingml/2006/main">
            <a:off x="609600" y="3124200"/>
            <a:ext cx="69532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8E0E8"/>
            </a:solidFill>
            <a:prstDash val="solid"/>
          </a:ln>
        </p:spPr>
      </p:sp>
      <p:sp>
        <p:nvSpPr>
          <p:cNvPr id="18" name="">
            <a:extLst xmlns:a="http://schemas.openxmlformats.org/drawingml/2006/main">
              <a:ext uri="{FF2B5EF4-FFF2-40B4-BE49-F238E27FC236}">
                <a16:creationId xmlns:a16="http://schemas.microsoft.com/office/drawing/2014/main" id="{C3A4BC61-7EB6-428C-AADE-6EC7C4733B2E}"/>
              </a:ext>
            </a:extLst>
          </p:cNvPr>
          <p:cNvSpPr>
            <a:spLocks xmlns:a="http://schemas.openxmlformats.org/drawingml/2006/main" noGrp="1"/>
          </p:cNvSpPr>
          <p:nvPr/>
        </p:nvSpPr>
        <p:spPr>
          <a:xfrm xmlns:a="http://schemas.openxmlformats.org/drawingml/2006/main">
            <a:off x="781050" y="32194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63A29"/>
                </a:solidFill>
              </a:defRPr>
            </a:pPr>
            <a:r>
              <a:rPr sz="1350" b="1">
                <a:solidFill>
                  <a:srgbClr val="263A29"/>
                </a:solidFill>
              </a:rPr>
              <a:t>Competitive player</a:t>
            </a:r>
          </a:p>
        </p:txBody>
      </p:sp>
      <p:sp>
        <p:nvSpPr>
          <p:cNvPr id="19" name="">
            <a:extLst xmlns:a="http://schemas.openxmlformats.org/drawingml/2006/main">
              <a:ext uri="{FF2B5EF4-FFF2-40B4-BE49-F238E27FC236}">
                <a16:creationId xmlns:a16="http://schemas.microsoft.com/office/drawing/2014/main" id="{C86D5524-66A1-4537-A0EE-C09BFE8784D7}"/>
              </a:ext>
            </a:extLst>
          </p:cNvPr>
          <p:cNvSpPr>
            <a:spLocks xmlns:a="http://schemas.openxmlformats.org/drawingml/2006/main" noGrp="1"/>
          </p:cNvSpPr>
          <p:nvPr/>
        </p:nvSpPr>
        <p:spPr>
          <a:xfrm xmlns:a="http://schemas.openxmlformats.org/drawingml/2006/main">
            <a:off x="2647950" y="321945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769656"/>
                </a:solidFill>
              </a:defRPr>
            </a:pPr>
            <a:r>
              <a:rPr sz="900" b="1">
                <a:solidFill>
                  <a:srgbClr val="769656"/>
                </a:solidFill>
              </a:rPr>
              <a:t>Mục tiêu</a:t>
            </a:r>
          </a:p>
        </p:txBody>
      </p:sp>
      <p:sp>
        <p:nvSpPr>
          <p:cNvPr id="20" name="">
            <a:extLst xmlns:a="http://schemas.openxmlformats.org/drawingml/2006/main">
              <a:ext uri="{FF2B5EF4-FFF2-40B4-BE49-F238E27FC236}">
                <a16:creationId xmlns:a16="http://schemas.microsoft.com/office/drawing/2014/main" id="{75F6FF3C-0E2E-40EE-951D-B577D6323FB4}"/>
              </a:ext>
            </a:extLst>
          </p:cNvPr>
          <p:cNvSpPr>
            <a:spLocks xmlns:a="http://schemas.openxmlformats.org/drawingml/2006/main" noGrp="1"/>
          </p:cNvSpPr>
          <p:nvPr/>
        </p:nvSpPr>
        <p:spPr>
          <a:xfrm xmlns:a="http://schemas.openxmlformats.org/drawingml/2006/main">
            <a:off x="2647950" y="3448050"/>
            <a:ext cx="209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263A29"/>
                </a:solidFill>
              </a:defRPr>
            </a:pPr>
            <a:r>
              <a:rPr sz="1125" b="0">
                <a:solidFill>
                  <a:srgbClr val="263A29"/>
                </a:solidFill>
              </a:rPr>
              <a:t>Chơi nhanh và cải thiện rating</a:t>
            </a:r>
          </a:p>
        </p:txBody>
      </p:sp>
      <p:sp>
        <p:nvSpPr>
          <p:cNvPr id="21" name="">
            <a:extLst xmlns:a="http://schemas.openxmlformats.org/drawingml/2006/main">
              <a:ext uri="{FF2B5EF4-FFF2-40B4-BE49-F238E27FC236}">
                <a16:creationId xmlns:a16="http://schemas.microsoft.com/office/drawing/2014/main" id="{A89EE671-CCC0-4F68-A5F7-0439FC4CEE66}"/>
              </a:ext>
            </a:extLst>
          </p:cNvPr>
          <p:cNvSpPr>
            <a:spLocks xmlns:a="http://schemas.openxmlformats.org/drawingml/2006/main" noGrp="1"/>
          </p:cNvSpPr>
          <p:nvPr/>
        </p:nvSpPr>
        <p:spPr>
          <a:xfrm xmlns:a="http://schemas.openxmlformats.org/drawingml/2006/main">
            <a:off x="4876800" y="321945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769656"/>
                </a:solidFill>
              </a:defRPr>
            </a:pPr>
            <a:r>
              <a:rPr sz="900" b="1">
                <a:solidFill>
                  <a:srgbClr val="769656"/>
                </a:solidFill>
              </a:rPr>
              <a:t>Bối cảnh</a:t>
            </a:r>
          </a:p>
        </p:txBody>
      </p:sp>
      <p:sp>
        <p:nvSpPr>
          <p:cNvPr id="22" name="">
            <a:extLst xmlns:a="http://schemas.openxmlformats.org/drawingml/2006/main">
              <a:ext uri="{FF2B5EF4-FFF2-40B4-BE49-F238E27FC236}">
                <a16:creationId xmlns:a16="http://schemas.microsoft.com/office/drawing/2014/main" id="{7BC09535-2083-485C-84DE-41B07CE23C37}"/>
              </a:ext>
            </a:extLst>
          </p:cNvPr>
          <p:cNvSpPr>
            <a:spLocks xmlns:a="http://schemas.openxmlformats.org/drawingml/2006/main" noGrp="1"/>
          </p:cNvSpPr>
          <p:nvPr/>
        </p:nvSpPr>
        <p:spPr>
          <a:xfrm xmlns:a="http://schemas.openxmlformats.org/drawingml/2006/main">
            <a:off x="4876800" y="3448050"/>
            <a:ext cx="1123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263A29"/>
                </a:solidFill>
              </a:defRPr>
            </a:pPr>
            <a:r>
              <a:rPr sz="1050" b="0">
                <a:solidFill>
                  <a:srgbClr val="263A29"/>
                </a:solidFill>
              </a:rPr>
              <a:t>Desktop, blitz, tập trung cao</a:t>
            </a:r>
          </a:p>
        </p:txBody>
      </p:sp>
      <p:sp>
        <p:nvSpPr>
          <p:cNvPr id="23" name="">
            <a:extLst xmlns:a="http://schemas.openxmlformats.org/drawingml/2006/main">
              <a:ext uri="{FF2B5EF4-FFF2-40B4-BE49-F238E27FC236}">
                <a16:creationId xmlns:a16="http://schemas.microsoft.com/office/drawing/2014/main" id="{23009094-850C-4720-8A74-F8C525D1CABF}"/>
              </a:ext>
            </a:extLst>
          </p:cNvPr>
          <p:cNvSpPr>
            <a:spLocks xmlns:a="http://schemas.openxmlformats.org/drawingml/2006/main" noGrp="1"/>
          </p:cNvSpPr>
          <p:nvPr/>
        </p:nvSpPr>
        <p:spPr>
          <a:xfrm xmlns:a="http://schemas.openxmlformats.org/drawingml/2006/main">
            <a:off x="6134100" y="321945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769656"/>
                </a:solidFill>
              </a:defRPr>
            </a:pPr>
            <a:r>
              <a:rPr sz="900" b="1">
                <a:solidFill>
                  <a:srgbClr val="769656"/>
                </a:solidFill>
              </a:rPr>
              <a:t>Khó khăn</a:t>
            </a:r>
          </a:p>
        </p:txBody>
      </p:sp>
      <p:sp>
        <p:nvSpPr>
          <p:cNvPr id="24" name="">
            <a:extLst xmlns:a="http://schemas.openxmlformats.org/drawingml/2006/main">
              <a:ext uri="{FF2B5EF4-FFF2-40B4-BE49-F238E27FC236}">
                <a16:creationId xmlns:a16="http://schemas.microsoft.com/office/drawing/2014/main" id="{83010EE8-6699-4850-9916-E5682C72CBE7}"/>
              </a:ext>
            </a:extLst>
          </p:cNvPr>
          <p:cNvSpPr>
            <a:spLocks xmlns:a="http://schemas.openxmlformats.org/drawingml/2006/main" noGrp="1"/>
          </p:cNvSpPr>
          <p:nvPr/>
        </p:nvSpPr>
        <p:spPr>
          <a:xfrm xmlns:a="http://schemas.openxmlformats.org/drawingml/2006/main">
            <a:off x="6134100" y="344805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263A29"/>
                </a:solidFill>
              </a:defRPr>
            </a:pPr>
            <a:r>
              <a:rPr sz="1050" b="0">
                <a:solidFill>
                  <a:srgbClr val="263A29"/>
                </a:solidFill>
              </a:rPr>
              <a:t>Premove và áp lực thời gian</a:t>
            </a:r>
          </a:p>
        </p:txBody>
      </p:sp>
      <p:sp>
        <p:nvSpPr>
          <p:cNvPr id="25" name="">
            <a:extLst xmlns:a="http://schemas.openxmlformats.org/drawingml/2006/main">
              <a:ext uri="{FF2B5EF4-FFF2-40B4-BE49-F238E27FC236}">
                <a16:creationId xmlns:a16="http://schemas.microsoft.com/office/drawing/2014/main" id="{6AF9B2B2-BB88-42CC-9B07-11059C8785B3}"/>
              </a:ext>
            </a:extLst>
          </p:cNvPr>
          <p:cNvSpPr>
            <a:spLocks xmlns:a="http://schemas.openxmlformats.org/drawingml/2006/main" noGrp="1"/>
          </p:cNvSpPr>
          <p:nvPr/>
        </p:nvSpPr>
        <p:spPr>
          <a:xfrm xmlns:a="http://schemas.openxmlformats.org/drawingml/2006/main">
            <a:off x="609600" y="4457700"/>
            <a:ext cx="69532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8E0E8"/>
            </a:solidFill>
            <a:prstDash val="solid"/>
          </a:ln>
        </p:spPr>
      </p:sp>
      <p:sp>
        <p:nvSpPr>
          <p:cNvPr id="26" name="">
            <a:extLst xmlns:a="http://schemas.openxmlformats.org/drawingml/2006/main">
              <a:ext uri="{FF2B5EF4-FFF2-40B4-BE49-F238E27FC236}">
                <a16:creationId xmlns:a16="http://schemas.microsoft.com/office/drawing/2014/main" id="{BB5C0B49-6F55-4B8C-AE0D-FC32EF5D55E4}"/>
              </a:ext>
            </a:extLst>
          </p:cNvPr>
          <p:cNvSpPr>
            <a:spLocks xmlns:a="http://schemas.openxmlformats.org/drawingml/2006/main" noGrp="1"/>
          </p:cNvSpPr>
          <p:nvPr/>
        </p:nvSpPr>
        <p:spPr>
          <a:xfrm xmlns:a="http://schemas.openxmlformats.org/drawingml/2006/main">
            <a:off x="781050" y="4552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63A29"/>
                </a:solidFill>
              </a:defRPr>
            </a:pPr>
            <a:r>
              <a:rPr sz="1350" b="1">
                <a:solidFill>
                  <a:srgbClr val="263A29"/>
                </a:solidFill>
              </a:rPr>
              <a:t>Returning player</a:t>
            </a:r>
          </a:p>
        </p:txBody>
      </p:sp>
      <p:sp>
        <p:nvSpPr>
          <p:cNvPr id="27" name="">
            <a:extLst xmlns:a="http://schemas.openxmlformats.org/drawingml/2006/main">
              <a:ext uri="{FF2B5EF4-FFF2-40B4-BE49-F238E27FC236}">
                <a16:creationId xmlns:a16="http://schemas.microsoft.com/office/drawing/2014/main" id="{58B935AA-89F2-4969-8E22-547D616C23F5}"/>
              </a:ext>
            </a:extLst>
          </p:cNvPr>
          <p:cNvSpPr>
            <a:spLocks xmlns:a="http://schemas.openxmlformats.org/drawingml/2006/main" noGrp="1"/>
          </p:cNvSpPr>
          <p:nvPr/>
        </p:nvSpPr>
        <p:spPr>
          <a:xfrm xmlns:a="http://schemas.openxmlformats.org/drawingml/2006/main">
            <a:off x="2647950" y="455295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769656"/>
                </a:solidFill>
              </a:defRPr>
            </a:pPr>
            <a:r>
              <a:rPr sz="900" b="1">
                <a:solidFill>
                  <a:srgbClr val="769656"/>
                </a:solidFill>
              </a:rPr>
              <a:t>Mục tiêu</a:t>
            </a:r>
          </a:p>
        </p:txBody>
      </p:sp>
      <p:sp>
        <p:nvSpPr>
          <p:cNvPr id="28" name="">
            <a:extLst xmlns:a="http://schemas.openxmlformats.org/drawingml/2006/main">
              <a:ext uri="{FF2B5EF4-FFF2-40B4-BE49-F238E27FC236}">
                <a16:creationId xmlns:a16="http://schemas.microsoft.com/office/drawing/2014/main" id="{C757CD10-021D-43B1-9436-506976103BF0}"/>
              </a:ext>
            </a:extLst>
          </p:cNvPr>
          <p:cNvSpPr>
            <a:spLocks xmlns:a="http://schemas.openxmlformats.org/drawingml/2006/main" noGrp="1"/>
          </p:cNvSpPr>
          <p:nvPr/>
        </p:nvSpPr>
        <p:spPr>
          <a:xfrm xmlns:a="http://schemas.openxmlformats.org/drawingml/2006/main">
            <a:off x="2647950" y="4781550"/>
            <a:ext cx="209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263A29"/>
                </a:solidFill>
              </a:defRPr>
            </a:pPr>
            <a:r>
              <a:rPr sz="1125" b="0">
                <a:solidFill>
                  <a:srgbClr val="263A29"/>
                </a:solidFill>
              </a:rPr>
              <a:t>Ôn lại và hiểu ván cũ</a:t>
            </a:r>
          </a:p>
        </p:txBody>
      </p:sp>
      <p:sp>
        <p:nvSpPr>
          <p:cNvPr id="29" name="">
            <a:extLst xmlns:a="http://schemas.openxmlformats.org/drawingml/2006/main">
              <a:ext uri="{FF2B5EF4-FFF2-40B4-BE49-F238E27FC236}">
                <a16:creationId xmlns:a16="http://schemas.microsoft.com/office/drawing/2014/main" id="{08D432F1-9CFE-45F7-8893-18A73586D3CD}"/>
              </a:ext>
            </a:extLst>
          </p:cNvPr>
          <p:cNvSpPr>
            <a:spLocks xmlns:a="http://schemas.openxmlformats.org/drawingml/2006/main" noGrp="1"/>
          </p:cNvSpPr>
          <p:nvPr/>
        </p:nvSpPr>
        <p:spPr>
          <a:xfrm xmlns:a="http://schemas.openxmlformats.org/drawingml/2006/main">
            <a:off x="4876800" y="455295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769656"/>
                </a:solidFill>
              </a:defRPr>
            </a:pPr>
            <a:r>
              <a:rPr sz="900" b="1">
                <a:solidFill>
                  <a:srgbClr val="769656"/>
                </a:solidFill>
              </a:rPr>
              <a:t>Bối cảnh</a:t>
            </a:r>
          </a:p>
        </p:txBody>
      </p:sp>
      <p:sp>
        <p:nvSpPr>
          <p:cNvPr id="30" name="">
            <a:extLst xmlns:a="http://schemas.openxmlformats.org/drawingml/2006/main">
              <a:ext uri="{FF2B5EF4-FFF2-40B4-BE49-F238E27FC236}">
                <a16:creationId xmlns:a16="http://schemas.microsoft.com/office/drawing/2014/main" id="{18427748-FFD3-4E6E-A27D-79EE146E410D}"/>
              </a:ext>
            </a:extLst>
          </p:cNvPr>
          <p:cNvSpPr>
            <a:spLocks xmlns:a="http://schemas.openxmlformats.org/drawingml/2006/main" noGrp="1"/>
          </p:cNvSpPr>
          <p:nvPr/>
        </p:nvSpPr>
        <p:spPr>
          <a:xfrm xmlns:a="http://schemas.openxmlformats.org/drawingml/2006/main">
            <a:off x="4876800" y="4781550"/>
            <a:ext cx="1123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263A29"/>
                </a:solidFill>
              </a:defRPr>
            </a:pPr>
            <a:r>
              <a:rPr sz="1050" b="0">
                <a:solidFill>
                  <a:srgbClr val="263A29"/>
                </a:solidFill>
              </a:rPr>
              <a:t>Desktop sau thời gian nghỉ</a:t>
            </a:r>
          </a:p>
        </p:txBody>
      </p:sp>
      <p:sp>
        <p:nvSpPr>
          <p:cNvPr id="31" name="">
            <a:extLst xmlns:a="http://schemas.openxmlformats.org/drawingml/2006/main">
              <a:ext uri="{FF2B5EF4-FFF2-40B4-BE49-F238E27FC236}">
                <a16:creationId xmlns:a16="http://schemas.microsoft.com/office/drawing/2014/main" id="{A95033B9-5B8D-4539-884C-5B681FCA5BE4}"/>
              </a:ext>
            </a:extLst>
          </p:cNvPr>
          <p:cNvSpPr>
            <a:spLocks xmlns:a="http://schemas.openxmlformats.org/drawingml/2006/main" noGrp="1"/>
          </p:cNvSpPr>
          <p:nvPr/>
        </p:nvSpPr>
        <p:spPr>
          <a:xfrm xmlns:a="http://schemas.openxmlformats.org/drawingml/2006/main">
            <a:off x="6134100" y="455295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769656"/>
                </a:solidFill>
              </a:defRPr>
            </a:pPr>
            <a:r>
              <a:rPr sz="900" b="1">
                <a:solidFill>
                  <a:srgbClr val="769656"/>
                </a:solidFill>
              </a:rPr>
              <a:t>Khó khăn</a:t>
            </a:r>
          </a:p>
        </p:txBody>
      </p:sp>
      <p:sp>
        <p:nvSpPr>
          <p:cNvPr id="32" name="">
            <a:extLst xmlns:a="http://schemas.openxmlformats.org/drawingml/2006/main">
              <a:ext uri="{FF2B5EF4-FFF2-40B4-BE49-F238E27FC236}">
                <a16:creationId xmlns:a16="http://schemas.microsoft.com/office/drawing/2014/main" id="{F4E84FBA-E77B-4EC5-A571-8A08A2D65BA0}"/>
              </a:ext>
            </a:extLst>
          </p:cNvPr>
          <p:cNvSpPr>
            <a:spLocks xmlns:a="http://schemas.openxmlformats.org/drawingml/2006/main" noGrp="1"/>
          </p:cNvSpPr>
          <p:nvPr/>
        </p:nvSpPr>
        <p:spPr>
          <a:xfrm xmlns:a="http://schemas.openxmlformats.org/drawingml/2006/main">
            <a:off x="6134100" y="478155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263A29"/>
                </a:solidFill>
              </a:defRPr>
            </a:pPr>
            <a:r>
              <a:rPr sz="1050" b="0">
                <a:solidFill>
                  <a:srgbClr val="263A29"/>
                </a:solidFill>
              </a:rPr>
              <a:t>Game Review nhiều lớp thông tin</a:t>
            </a:r>
          </a:p>
        </p:txBody>
      </p:sp>
    </p:spTree>
    <p:extLst>
      <p:ext uri="{BB962C8B-B14F-4D97-AF65-F5344CB8AC3E}">
        <p14:creationId xmlns:p14="http://schemas.microsoft.com/office/powerpoint/2010/main" val="1811811163"/>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9D97CC5-B307-4F93-A8B2-3D1176DA942C}"/>
              </a:ext>
            </a:extLst>
          </p:cNvPr>
          <p:cNvSpPr>
            <a:spLocks xmlns:a="http://schemas.openxmlformats.org/drawingml/2006/main" noGrp="1"/>
          </p:cNvSpPr>
          <p:nvPr/>
        </p:nvSpPr>
        <p:spPr>
          <a:xfrm xmlns:a="http://schemas.openxmlformats.org/drawingml/2006/main">
            <a:off x="609600" y="2286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769656"/>
                </a:solidFill>
              </a:defRPr>
            </a:pPr>
            <a:r>
              <a:rPr sz="1050" b="1">
                <a:solidFill>
                  <a:srgbClr val="769656"/>
                </a:solidFill>
              </a:rPr>
              <a:t>USE CASES</a:t>
            </a:r>
          </a:p>
        </p:txBody>
      </p:sp>
      <p:sp>
        <p:nvSpPr>
          <p:cNvPr id="2" name="">
            <a:extLst xmlns:a="http://schemas.openxmlformats.org/drawingml/2006/main">
              <a:ext uri="{FF2B5EF4-FFF2-40B4-BE49-F238E27FC236}">
                <a16:creationId xmlns:a16="http://schemas.microsoft.com/office/drawing/2014/main" id="{1013F503-4E87-4BA1-8A59-6174FCE02F1E}"/>
              </a:ext>
            </a:extLst>
          </p:cNvPr>
          <p:cNvSpPr>
            <a:spLocks xmlns:a="http://schemas.openxmlformats.org/drawingml/2006/main" noGrp="1"/>
          </p:cNvSpPr>
          <p:nvPr/>
        </p:nvSpPr>
        <p:spPr>
          <a:xfrm xmlns:a="http://schemas.openxmlformats.org/drawingml/2006/main">
            <a:off x="609600" y="5143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63A29"/>
                </a:solidFill>
              </a:defRPr>
            </a:pPr>
            <a:r>
              <a:rPr sz="2700" b="1">
                <a:solidFill>
                  <a:srgbClr val="263A29"/>
                </a:solidFill>
              </a:rPr>
              <a:t>Use Cases, Chess.com</a:t>
            </a:r>
          </a:p>
        </p:txBody>
      </p:sp>
      <p:sp>
        <p:nvSpPr>
          <p:cNvPr id="3" name="">
            <a:extLst xmlns:a="http://schemas.openxmlformats.org/drawingml/2006/main">
              <a:ext uri="{FF2B5EF4-FFF2-40B4-BE49-F238E27FC236}">
                <a16:creationId xmlns:a16="http://schemas.microsoft.com/office/drawing/2014/main" id="{9FA21911-A924-484E-928D-EF65362E5505}"/>
              </a:ext>
            </a:extLst>
          </p:cNvPr>
          <p:cNvSpPr>
            <a:spLocks xmlns:a="http://schemas.openxmlformats.org/drawingml/2006/main" noGrp="1"/>
          </p:cNvSpPr>
          <p:nvPr/>
        </p:nvSpPr>
        <p:spPr>
          <a:xfrm xmlns:a="http://schemas.openxmlformats.org/drawingml/2006/main">
            <a:off x="11049000" y="2667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1">
                <a:solidFill>
                  <a:srgbClr val="769656"/>
                </a:solidFill>
              </a:defRPr>
            </a:pPr>
            <a:r>
              <a:rPr sz="1200" b="1">
                <a:solidFill>
                  <a:srgbClr val="769656"/>
                </a:solidFill>
              </a:rPr>
              <a:t>08</a:t>
            </a:r>
          </a:p>
        </p:txBody>
      </p:sp>
      <p:sp>
        <p:nvSpPr>
          <p:cNvPr id="4" name="">
            <a:extLst xmlns:a="http://schemas.openxmlformats.org/drawingml/2006/main">
              <a:ext uri="{FF2B5EF4-FFF2-40B4-BE49-F238E27FC236}">
                <a16:creationId xmlns:a16="http://schemas.microsoft.com/office/drawing/2014/main" id="{A63835E0-FB9E-41C1-AB03-71EB5288919F}"/>
              </a:ext>
            </a:extLst>
          </p:cNvPr>
          <p:cNvSpPr>
            <a:spLocks xmlns:a="http://schemas.openxmlformats.org/drawingml/2006/main" noGrp="1"/>
          </p:cNvSpPr>
          <p:nvPr/>
        </p:nvSpPr>
        <p:spPr>
          <a:xfrm xmlns:a="http://schemas.openxmlformats.org/drawingml/2006/main">
            <a:off x="609600" y="1123950"/>
            <a:ext cx="876300" cy="38100"/>
          </a:xfrm>
          <a:prstGeom xmlns:a="http://schemas.openxmlformats.org/drawingml/2006/main" prst="rect">
            <a:avLst/>
          </a:prstGeom>
          <a:solidFill xmlns:a="http://schemas.openxmlformats.org/drawingml/2006/main">
            <a:srgbClr val="769656"/>
          </a:solidFill>
          <a:ln xmlns:a="http://schemas.openxmlformats.org/drawingml/2006/main" w="0">
            <a:solidFill>
              <a:srgbClr val="769656"/>
            </a:solidFill>
            <a:prstDash val="solid"/>
          </a:ln>
        </p:spPr>
      </p:sp>
      <p:sp>
        <p:nvSpPr>
          <p:cNvPr id="5" name="">
            <a:extLst xmlns:a="http://schemas.openxmlformats.org/drawingml/2006/main">
              <a:ext uri="{FF2B5EF4-FFF2-40B4-BE49-F238E27FC236}">
                <a16:creationId xmlns:a16="http://schemas.microsoft.com/office/drawing/2014/main" id="{299E7586-3E82-44A3-AA56-13BBFA309887}"/>
              </a:ext>
            </a:extLst>
          </p:cNvPr>
          <p:cNvSpPr>
            <a:spLocks xmlns:a="http://schemas.openxmlformats.org/drawingml/2006/main" noGrp="1"/>
          </p:cNvSpPr>
          <p:nvPr/>
        </p:nvSpPr>
        <p:spPr>
          <a:xfrm xmlns:a="http://schemas.openxmlformats.org/drawingml/2006/main">
            <a:off x="609600" y="6572250"/>
            <a:ext cx="4000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4748B"/>
                </a:solidFill>
              </a:defRPr>
            </a:pPr>
            <a:r>
              <a:rPr sz="825" b="0">
                <a:solidFill>
                  <a:srgbClr val="64748B"/>
                </a:solidFill>
              </a:rPr>
              <a:t>HCI • PA1 • Chess.com</a:t>
            </a:r>
          </a:p>
        </p:txBody>
      </p:sp>
      <p:sp>
        <p:nvSpPr>
          <p:cNvPr id="6" name="">
            <a:extLst xmlns:a="http://schemas.openxmlformats.org/drawingml/2006/main">
              <a:ext uri="{FF2B5EF4-FFF2-40B4-BE49-F238E27FC236}">
                <a16:creationId xmlns:a16="http://schemas.microsoft.com/office/drawing/2014/main" id="{8E595DEE-B7EB-489A-8A9F-E5BDEBCE8C67}"/>
              </a:ext>
            </a:extLst>
          </p:cNvPr>
          <p:cNvSpPr>
            <a:spLocks xmlns:a="http://schemas.openxmlformats.org/drawingml/2006/main" noGrp="1"/>
          </p:cNvSpPr>
          <p:nvPr/>
        </p:nvSpPr>
        <p:spPr>
          <a:xfrm xmlns:a="http://schemas.openxmlformats.org/drawingml/2006/main">
            <a:off x="10668000" y="657225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4748B"/>
                </a:solidFill>
              </a:defRPr>
            </a:pPr>
            <a:r>
              <a:rPr sz="825" b="0">
                <a:solidFill>
                  <a:srgbClr val="64748B"/>
                </a:solidFill>
              </a:rPr>
              <a:t>8 / 12</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838a7257b545475e"/>
          <a:stretch xmlns:a="http://schemas.openxmlformats.org/drawingml/2006/main"/>
        </p:blipFill>
        <p:spPr>
          <a:xfrm xmlns:a="http://schemas.openxmlformats.org/drawingml/2006/main">
            <a:off x="9258300" y="1466850"/>
            <a:ext cx="2057400" cy="1428750"/>
          </a:xfrm>
          <a:prstGeom xmlns:a="http://schemas.openxmlformats.org/drawingml/2006/main" prst="roundRect">
            <a:avLst>
              <a:gd name="adj" fmla="val 8000"/>
            </a:avLst>
          </a:prstGeom>
        </p:spPr>
      </p:pic>
      <p:sp>
        <p:nvSpPr>
          <p:cNvPr id="8" name="">
            <a:extLst xmlns:a="http://schemas.openxmlformats.org/drawingml/2006/main">
              <a:ext uri="{FF2B5EF4-FFF2-40B4-BE49-F238E27FC236}">
                <a16:creationId xmlns:a16="http://schemas.microsoft.com/office/drawing/2014/main" id="{BC5D6C67-61D5-4EAB-B704-38D58CA0C163}"/>
              </a:ext>
            </a:extLst>
          </p:cNvPr>
          <p:cNvSpPr>
            <a:spLocks xmlns:a="http://schemas.openxmlformats.org/drawingml/2006/main" noGrp="1"/>
          </p:cNvSpPr>
          <p:nvPr/>
        </p:nvSpPr>
        <p:spPr>
          <a:xfrm xmlns:a="http://schemas.openxmlformats.org/drawingml/2006/main">
            <a:off x="609600" y="1466850"/>
            <a:ext cx="8077200" cy="381000"/>
          </a:xfrm>
          <a:prstGeom xmlns:a="http://schemas.openxmlformats.org/drawingml/2006/main" prst="roundRect">
            <a:avLst>
              <a:gd name="adj" fmla="val 30000"/>
            </a:avLst>
          </a:prstGeom>
          <a:solidFill xmlns:a="http://schemas.openxmlformats.org/drawingml/2006/main">
            <a:srgbClr val="263A29"/>
          </a:solidFill>
          <a:ln xmlns:a="http://schemas.openxmlformats.org/drawingml/2006/main" w="9525">
            <a:solidFill>
              <a:srgbClr val="263A29"/>
            </a:solidFill>
            <a:prstDash val="solid"/>
          </a:ln>
        </p:spPr>
      </p:sp>
      <p:sp>
        <p:nvSpPr>
          <p:cNvPr id="9" name="">
            <a:extLst xmlns:a="http://schemas.openxmlformats.org/drawingml/2006/main">
              <a:ext uri="{FF2B5EF4-FFF2-40B4-BE49-F238E27FC236}">
                <a16:creationId xmlns:a16="http://schemas.microsoft.com/office/drawing/2014/main" id="{76B8C9AF-D327-4F3B-8A5F-C12AA7E45224}"/>
              </a:ext>
            </a:extLst>
          </p:cNvPr>
          <p:cNvSpPr>
            <a:spLocks xmlns:a="http://schemas.openxmlformats.org/drawingml/2006/main" noGrp="1"/>
          </p:cNvSpPr>
          <p:nvPr/>
        </p:nvSpPr>
        <p:spPr>
          <a:xfrm xmlns:a="http://schemas.openxmlformats.org/drawingml/2006/main">
            <a:off x="685800" y="1504950"/>
            <a:ext cx="1562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Use case</a:t>
            </a:r>
          </a:p>
        </p:txBody>
      </p:sp>
      <p:sp>
        <p:nvSpPr>
          <p:cNvPr id="10" name="">
            <a:extLst xmlns:a="http://schemas.openxmlformats.org/drawingml/2006/main">
              <a:ext uri="{FF2B5EF4-FFF2-40B4-BE49-F238E27FC236}">
                <a16:creationId xmlns:a16="http://schemas.microsoft.com/office/drawing/2014/main" id="{63DA5141-8397-429B-B98E-368B0C946F93}"/>
              </a:ext>
            </a:extLst>
          </p:cNvPr>
          <p:cNvSpPr>
            <a:spLocks xmlns:a="http://schemas.openxmlformats.org/drawingml/2006/main" noGrp="1"/>
          </p:cNvSpPr>
          <p:nvPr/>
        </p:nvSpPr>
        <p:spPr>
          <a:xfrm xmlns:a="http://schemas.openxmlformats.org/drawingml/2006/main">
            <a:off x="2400300" y="1504950"/>
            <a:ext cx="1847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Trigger</a:t>
            </a:r>
          </a:p>
        </p:txBody>
      </p:sp>
      <p:sp>
        <p:nvSpPr>
          <p:cNvPr id="11" name="">
            <a:extLst xmlns:a="http://schemas.openxmlformats.org/drawingml/2006/main">
              <a:ext uri="{FF2B5EF4-FFF2-40B4-BE49-F238E27FC236}">
                <a16:creationId xmlns:a16="http://schemas.microsoft.com/office/drawing/2014/main" id="{2B8DFC3A-EB9E-48B4-916D-BB81C83DA9BA}"/>
              </a:ext>
            </a:extLst>
          </p:cNvPr>
          <p:cNvSpPr>
            <a:spLocks xmlns:a="http://schemas.openxmlformats.org/drawingml/2006/main" noGrp="1"/>
          </p:cNvSpPr>
          <p:nvPr/>
        </p:nvSpPr>
        <p:spPr>
          <a:xfrm xmlns:a="http://schemas.openxmlformats.org/drawingml/2006/main">
            <a:off x="4400550" y="1504950"/>
            <a:ext cx="2324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Interaction path</a:t>
            </a:r>
          </a:p>
        </p:txBody>
      </p:sp>
      <p:sp>
        <p:nvSpPr>
          <p:cNvPr id="12" name="">
            <a:extLst xmlns:a="http://schemas.openxmlformats.org/drawingml/2006/main">
              <a:ext uri="{FF2B5EF4-FFF2-40B4-BE49-F238E27FC236}">
                <a16:creationId xmlns:a16="http://schemas.microsoft.com/office/drawing/2014/main" id="{3EAE8FC9-CC5C-4008-9E7B-432572CF124C}"/>
              </a:ext>
            </a:extLst>
          </p:cNvPr>
          <p:cNvSpPr>
            <a:spLocks xmlns:a="http://schemas.openxmlformats.org/drawingml/2006/main" noGrp="1"/>
          </p:cNvSpPr>
          <p:nvPr/>
        </p:nvSpPr>
        <p:spPr>
          <a:xfrm xmlns:a="http://schemas.openxmlformats.org/drawingml/2006/main">
            <a:off x="6877050" y="1504950"/>
            <a:ext cx="1733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Success outcome</a:t>
            </a:r>
          </a:p>
        </p:txBody>
      </p:sp>
      <p:sp>
        <p:nvSpPr>
          <p:cNvPr id="13" name="">
            <a:extLst xmlns:a="http://schemas.openxmlformats.org/drawingml/2006/main">
              <a:ext uri="{FF2B5EF4-FFF2-40B4-BE49-F238E27FC236}">
                <a16:creationId xmlns:a16="http://schemas.microsoft.com/office/drawing/2014/main" id="{0F117E9D-DF08-47EA-9B47-A3EEF5520D60}"/>
              </a:ext>
            </a:extLst>
          </p:cNvPr>
          <p:cNvSpPr>
            <a:spLocks xmlns:a="http://schemas.openxmlformats.org/drawingml/2006/main" noGrp="1"/>
          </p:cNvSpPr>
          <p:nvPr/>
        </p:nvSpPr>
        <p:spPr>
          <a:xfrm xmlns:a="http://schemas.openxmlformats.org/drawingml/2006/main">
            <a:off x="609600" y="1905000"/>
            <a:ext cx="8077200" cy="809625"/>
          </a:xfrm>
          <a:prstGeom xmlns:a="http://schemas.openxmlformats.org/drawingml/2006/main" prst="roundRect">
            <a:avLst>
              <a:gd name="adj" fmla="val 14118"/>
            </a:avLst>
          </a:prstGeom>
          <a:solidFill xmlns:a="http://schemas.openxmlformats.org/drawingml/2006/main">
            <a:srgbClr val="FFFFFF"/>
          </a:solidFill>
          <a:ln xmlns:a="http://schemas.openxmlformats.org/drawingml/2006/main" w="9525">
            <a:solidFill>
              <a:srgbClr val="EEF4E8"/>
            </a:solidFill>
            <a:prstDash val="solid"/>
          </a:ln>
        </p:spPr>
      </p:sp>
      <p:sp>
        <p:nvSpPr>
          <p:cNvPr id="14" name="">
            <a:extLst xmlns:a="http://schemas.openxmlformats.org/drawingml/2006/main">
              <a:ext uri="{FF2B5EF4-FFF2-40B4-BE49-F238E27FC236}">
                <a16:creationId xmlns:a16="http://schemas.microsoft.com/office/drawing/2014/main" id="{BAD256A4-27FB-4855-8573-779D33BA8E6B}"/>
              </a:ext>
            </a:extLst>
          </p:cNvPr>
          <p:cNvSpPr>
            <a:spLocks xmlns:a="http://schemas.openxmlformats.org/drawingml/2006/main" noGrp="1"/>
          </p:cNvSpPr>
          <p:nvPr/>
        </p:nvSpPr>
        <p:spPr>
          <a:xfrm xmlns:a="http://schemas.openxmlformats.org/drawingml/2006/main">
            <a:off x="685800" y="1952625"/>
            <a:ext cx="15621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263A29"/>
                </a:solidFill>
              </a:defRPr>
            </a:pPr>
            <a:r>
              <a:rPr sz="1013" b="1">
                <a:solidFill>
                  <a:srgbClr val="263A29"/>
                </a:solidFill>
              </a:rPr>
              <a:t>Chơi rapid game</a:t>
            </a:r>
          </a:p>
        </p:txBody>
      </p:sp>
      <p:sp>
        <p:nvSpPr>
          <p:cNvPr id="15" name="">
            <a:extLst xmlns:a="http://schemas.openxmlformats.org/drawingml/2006/main">
              <a:ext uri="{FF2B5EF4-FFF2-40B4-BE49-F238E27FC236}">
                <a16:creationId xmlns:a16="http://schemas.microsoft.com/office/drawing/2014/main" id="{3BC96A80-EA6D-4A87-A93E-D1B21B10E86B}"/>
              </a:ext>
            </a:extLst>
          </p:cNvPr>
          <p:cNvSpPr>
            <a:spLocks xmlns:a="http://schemas.openxmlformats.org/drawingml/2006/main" noGrp="1"/>
          </p:cNvSpPr>
          <p:nvPr/>
        </p:nvSpPr>
        <p:spPr>
          <a:xfrm xmlns:a="http://schemas.openxmlformats.org/drawingml/2006/main">
            <a:off x="2400300" y="1952625"/>
            <a:ext cx="1847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Muốn bắt đầu ván</a:t>
            </a:r>
          </a:p>
        </p:txBody>
      </p:sp>
      <p:sp>
        <p:nvSpPr>
          <p:cNvPr id="16" name="">
            <a:extLst xmlns:a="http://schemas.openxmlformats.org/drawingml/2006/main">
              <a:ext uri="{FF2B5EF4-FFF2-40B4-BE49-F238E27FC236}">
                <a16:creationId xmlns:a16="http://schemas.microsoft.com/office/drawing/2014/main" id="{4D3AE05A-3C35-4D64-8E7A-0AB154F64FB3}"/>
              </a:ext>
            </a:extLst>
          </p:cNvPr>
          <p:cNvSpPr>
            <a:spLocks xmlns:a="http://schemas.openxmlformats.org/drawingml/2006/main" noGrp="1"/>
          </p:cNvSpPr>
          <p:nvPr/>
        </p:nvSpPr>
        <p:spPr>
          <a:xfrm xmlns:a="http://schemas.openxmlformats.org/drawingml/2006/main">
            <a:off x="4400550" y="1952625"/>
            <a:ext cx="23241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Play → time control → Play</a:t>
            </a:r>
          </a:p>
        </p:txBody>
      </p:sp>
      <p:sp>
        <p:nvSpPr>
          <p:cNvPr id="17" name="">
            <a:extLst xmlns:a="http://schemas.openxmlformats.org/drawingml/2006/main">
              <a:ext uri="{FF2B5EF4-FFF2-40B4-BE49-F238E27FC236}">
                <a16:creationId xmlns:a16="http://schemas.microsoft.com/office/drawing/2014/main" id="{211A8808-0323-49EB-AA6F-A0FB094C7290}"/>
              </a:ext>
            </a:extLst>
          </p:cNvPr>
          <p:cNvSpPr>
            <a:spLocks xmlns:a="http://schemas.openxmlformats.org/drawingml/2006/main" noGrp="1"/>
          </p:cNvSpPr>
          <p:nvPr/>
        </p:nvSpPr>
        <p:spPr>
          <a:xfrm xmlns:a="http://schemas.openxmlformats.org/drawingml/2006/main">
            <a:off x="6877050" y="1952625"/>
            <a:ext cx="17335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Vào bàn đúng thời gian</a:t>
            </a:r>
          </a:p>
        </p:txBody>
      </p:sp>
      <p:sp>
        <p:nvSpPr>
          <p:cNvPr id="18" name="">
            <a:extLst xmlns:a="http://schemas.openxmlformats.org/drawingml/2006/main">
              <a:ext uri="{FF2B5EF4-FFF2-40B4-BE49-F238E27FC236}">
                <a16:creationId xmlns:a16="http://schemas.microsoft.com/office/drawing/2014/main" id="{B650093E-08F3-405C-8F96-532C092F5EBD}"/>
              </a:ext>
            </a:extLst>
          </p:cNvPr>
          <p:cNvSpPr>
            <a:spLocks xmlns:a="http://schemas.openxmlformats.org/drawingml/2006/main" noGrp="1"/>
          </p:cNvSpPr>
          <p:nvPr/>
        </p:nvSpPr>
        <p:spPr>
          <a:xfrm xmlns:a="http://schemas.openxmlformats.org/drawingml/2006/main">
            <a:off x="609600" y="2771775"/>
            <a:ext cx="8077200" cy="809625"/>
          </a:xfrm>
          <a:prstGeom xmlns:a="http://schemas.openxmlformats.org/drawingml/2006/main" prst="roundRect">
            <a:avLst>
              <a:gd name="adj" fmla="val 14118"/>
            </a:avLst>
          </a:prstGeom>
          <a:solidFill xmlns:a="http://schemas.openxmlformats.org/drawingml/2006/main">
            <a:srgbClr val="EEF4E8"/>
          </a:solidFill>
          <a:ln xmlns:a="http://schemas.openxmlformats.org/drawingml/2006/main" w="9525">
            <a:solidFill>
              <a:srgbClr val="EEF4E8"/>
            </a:solidFill>
            <a:prstDash val="solid"/>
          </a:ln>
        </p:spPr>
      </p:sp>
      <p:sp>
        <p:nvSpPr>
          <p:cNvPr id="19" name="">
            <a:extLst xmlns:a="http://schemas.openxmlformats.org/drawingml/2006/main">
              <a:ext uri="{FF2B5EF4-FFF2-40B4-BE49-F238E27FC236}">
                <a16:creationId xmlns:a16="http://schemas.microsoft.com/office/drawing/2014/main" id="{DE403E03-BF68-4A9B-B958-0505AB0F821F}"/>
              </a:ext>
            </a:extLst>
          </p:cNvPr>
          <p:cNvSpPr>
            <a:spLocks xmlns:a="http://schemas.openxmlformats.org/drawingml/2006/main" noGrp="1"/>
          </p:cNvSpPr>
          <p:nvPr/>
        </p:nvSpPr>
        <p:spPr>
          <a:xfrm xmlns:a="http://schemas.openxmlformats.org/drawingml/2006/main">
            <a:off x="685800" y="2819400"/>
            <a:ext cx="15621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263A29"/>
                </a:solidFill>
              </a:defRPr>
            </a:pPr>
            <a:r>
              <a:rPr sz="1013" b="1">
                <a:solidFill>
                  <a:srgbClr val="263A29"/>
                </a:solidFill>
              </a:rPr>
              <a:t>Giải puzzle</a:t>
            </a:r>
          </a:p>
        </p:txBody>
      </p:sp>
      <p:sp>
        <p:nvSpPr>
          <p:cNvPr id="20" name="">
            <a:extLst xmlns:a="http://schemas.openxmlformats.org/drawingml/2006/main">
              <a:ext uri="{FF2B5EF4-FFF2-40B4-BE49-F238E27FC236}">
                <a16:creationId xmlns:a16="http://schemas.microsoft.com/office/drawing/2014/main" id="{7EB631BD-BF8E-4381-AB40-0F890CFF5442}"/>
              </a:ext>
            </a:extLst>
          </p:cNvPr>
          <p:cNvSpPr>
            <a:spLocks xmlns:a="http://schemas.openxmlformats.org/drawingml/2006/main" noGrp="1"/>
          </p:cNvSpPr>
          <p:nvPr/>
        </p:nvSpPr>
        <p:spPr>
          <a:xfrm xmlns:a="http://schemas.openxmlformats.org/drawingml/2006/main">
            <a:off x="2400300" y="2819400"/>
            <a:ext cx="1847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Muốn luyện tactic</a:t>
            </a:r>
          </a:p>
        </p:txBody>
      </p:sp>
      <p:sp>
        <p:nvSpPr>
          <p:cNvPr id="21" name="">
            <a:extLst xmlns:a="http://schemas.openxmlformats.org/drawingml/2006/main">
              <a:ext uri="{FF2B5EF4-FFF2-40B4-BE49-F238E27FC236}">
                <a16:creationId xmlns:a16="http://schemas.microsoft.com/office/drawing/2014/main" id="{E4657E96-3043-477A-8541-C0E6CC243024}"/>
              </a:ext>
            </a:extLst>
          </p:cNvPr>
          <p:cNvSpPr>
            <a:spLocks xmlns:a="http://schemas.openxmlformats.org/drawingml/2006/main" noGrp="1"/>
          </p:cNvSpPr>
          <p:nvPr/>
        </p:nvSpPr>
        <p:spPr>
          <a:xfrm xmlns:a="http://schemas.openxmlformats.org/drawingml/2006/main">
            <a:off x="4400550" y="2819400"/>
            <a:ext cx="23241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Puzzles → bài → submit</a:t>
            </a:r>
          </a:p>
        </p:txBody>
      </p:sp>
      <p:sp>
        <p:nvSpPr>
          <p:cNvPr id="22" name="">
            <a:extLst xmlns:a="http://schemas.openxmlformats.org/drawingml/2006/main">
              <a:ext uri="{FF2B5EF4-FFF2-40B4-BE49-F238E27FC236}">
                <a16:creationId xmlns:a16="http://schemas.microsoft.com/office/drawing/2014/main" id="{6783AFFD-A4CD-4947-A797-37DEAA2E4E4F}"/>
              </a:ext>
            </a:extLst>
          </p:cNvPr>
          <p:cNvSpPr>
            <a:spLocks xmlns:a="http://schemas.openxmlformats.org/drawingml/2006/main" noGrp="1"/>
          </p:cNvSpPr>
          <p:nvPr/>
        </p:nvSpPr>
        <p:spPr>
          <a:xfrm xmlns:a="http://schemas.openxmlformats.org/drawingml/2006/main">
            <a:off x="6877050" y="2819400"/>
            <a:ext cx="17335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Nhận đúng/sai và giải thích</a:t>
            </a:r>
          </a:p>
        </p:txBody>
      </p:sp>
      <p:sp>
        <p:nvSpPr>
          <p:cNvPr id="23" name="">
            <a:extLst xmlns:a="http://schemas.openxmlformats.org/drawingml/2006/main">
              <a:ext uri="{FF2B5EF4-FFF2-40B4-BE49-F238E27FC236}">
                <a16:creationId xmlns:a16="http://schemas.microsoft.com/office/drawing/2014/main" id="{C919C593-244B-4486-8165-4DB8EFB3174C}"/>
              </a:ext>
            </a:extLst>
          </p:cNvPr>
          <p:cNvSpPr>
            <a:spLocks xmlns:a="http://schemas.openxmlformats.org/drawingml/2006/main" noGrp="1"/>
          </p:cNvSpPr>
          <p:nvPr/>
        </p:nvSpPr>
        <p:spPr>
          <a:xfrm xmlns:a="http://schemas.openxmlformats.org/drawingml/2006/main">
            <a:off x="609600" y="3638550"/>
            <a:ext cx="8077200" cy="809625"/>
          </a:xfrm>
          <a:prstGeom xmlns:a="http://schemas.openxmlformats.org/drawingml/2006/main" prst="roundRect">
            <a:avLst>
              <a:gd name="adj" fmla="val 14118"/>
            </a:avLst>
          </a:prstGeom>
          <a:solidFill xmlns:a="http://schemas.openxmlformats.org/drawingml/2006/main">
            <a:srgbClr val="FFFFFF"/>
          </a:solidFill>
          <a:ln xmlns:a="http://schemas.openxmlformats.org/drawingml/2006/main" w="9525">
            <a:solidFill>
              <a:srgbClr val="EEF4E8"/>
            </a:solidFill>
            <a:prstDash val="solid"/>
          </a:ln>
        </p:spPr>
      </p:sp>
      <p:sp>
        <p:nvSpPr>
          <p:cNvPr id="24" name="">
            <a:extLst xmlns:a="http://schemas.openxmlformats.org/drawingml/2006/main">
              <a:ext uri="{FF2B5EF4-FFF2-40B4-BE49-F238E27FC236}">
                <a16:creationId xmlns:a16="http://schemas.microsoft.com/office/drawing/2014/main" id="{F2399F83-8467-4161-B1B2-7276B0DCB21B}"/>
              </a:ext>
            </a:extLst>
          </p:cNvPr>
          <p:cNvSpPr>
            <a:spLocks xmlns:a="http://schemas.openxmlformats.org/drawingml/2006/main" noGrp="1"/>
          </p:cNvSpPr>
          <p:nvPr/>
        </p:nvSpPr>
        <p:spPr>
          <a:xfrm xmlns:a="http://schemas.openxmlformats.org/drawingml/2006/main">
            <a:off x="685800" y="3686175"/>
            <a:ext cx="15621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263A29"/>
                </a:solidFill>
              </a:defRPr>
            </a:pPr>
            <a:r>
              <a:rPr sz="1013" b="1">
                <a:solidFill>
                  <a:srgbClr val="263A29"/>
                </a:solidFill>
              </a:rPr>
              <a:t>Mở lesson beginner</a:t>
            </a:r>
          </a:p>
        </p:txBody>
      </p:sp>
      <p:sp>
        <p:nvSpPr>
          <p:cNvPr id="25" name="">
            <a:extLst xmlns:a="http://schemas.openxmlformats.org/drawingml/2006/main">
              <a:ext uri="{FF2B5EF4-FFF2-40B4-BE49-F238E27FC236}">
                <a16:creationId xmlns:a16="http://schemas.microsoft.com/office/drawing/2014/main" id="{B4312210-49D3-4730-AD12-ACF10DB7D1B4}"/>
              </a:ext>
            </a:extLst>
          </p:cNvPr>
          <p:cNvSpPr>
            <a:spLocks xmlns:a="http://schemas.openxmlformats.org/drawingml/2006/main" noGrp="1"/>
          </p:cNvSpPr>
          <p:nvPr/>
        </p:nvSpPr>
        <p:spPr>
          <a:xfrm xmlns:a="http://schemas.openxmlformats.org/drawingml/2006/main">
            <a:off x="2400300" y="3686175"/>
            <a:ext cx="1847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Không biết học từ đâu</a:t>
            </a:r>
          </a:p>
        </p:txBody>
      </p:sp>
      <p:sp>
        <p:nvSpPr>
          <p:cNvPr id="26" name="">
            <a:extLst xmlns:a="http://schemas.openxmlformats.org/drawingml/2006/main">
              <a:ext uri="{FF2B5EF4-FFF2-40B4-BE49-F238E27FC236}">
                <a16:creationId xmlns:a16="http://schemas.microsoft.com/office/drawing/2014/main" id="{39A758A2-5250-4E7A-A303-5097F634F87D}"/>
              </a:ext>
            </a:extLst>
          </p:cNvPr>
          <p:cNvSpPr>
            <a:spLocks xmlns:a="http://schemas.openxmlformats.org/drawingml/2006/main" noGrp="1"/>
          </p:cNvSpPr>
          <p:nvPr/>
        </p:nvSpPr>
        <p:spPr>
          <a:xfrm xmlns:a="http://schemas.openxmlformats.org/drawingml/2006/main">
            <a:off x="4400550" y="3686175"/>
            <a:ext cx="23241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Learn → Lessons → beginner</a:t>
            </a:r>
          </a:p>
        </p:txBody>
      </p:sp>
      <p:sp>
        <p:nvSpPr>
          <p:cNvPr id="27" name="">
            <a:extLst xmlns:a="http://schemas.openxmlformats.org/drawingml/2006/main">
              <a:ext uri="{FF2B5EF4-FFF2-40B4-BE49-F238E27FC236}">
                <a16:creationId xmlns:a16="http://schemas.microsoft.com/office/drawing/2014/main" id="{FC98442E-61D6-4956-8EB8-E93F6B7CA97E}"/>
              </a:ext>
            </a:extLst>
          </p:cNvPr>
          <p:cNvSpPr>
            <a:spLocks xmlns:a="http://schemas.openxmlformats.org/drawingml/2006/main" noGrp="1"/>
          </p:cNvSpPr>
          <p:nvPr/>
        </p:nvSpPr>
        <p:spPr>
          <a:xfrm xmlns:a="http://schemas.openxmlformats.org/drawingml/2006/main">
            <a:off x="6877050" y="3686175"/>
            <a:ext cx="17335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Hoàn thành bài theo lộ trình</a:t>
            </a:r>
          </a:p>
        </p:txBody>
      </p:sp>
      <p:sp>
        <p:nvSpPr>
          <p:cNvPr id="28" name="">
            <a:extLst xmlns:a="http://schemas.openxmlformats.org/drawingml/2006/main">
              <a:ext uri="{FF2B5EF4-FFF2-40B4-BE49-F238E27FC236}">
                <a16:creationId xmlns:a16="http://schemas.microsoft.com/office/drawing/2014/main" id="{E14E2B47-08CF-4487-BCDD-1D2802340C1A}"/>
              </a:ext>
            </a:extLst>
          </p:cNvPr>
          <p:cNvSpPr>
            <a:spLocks xmlns:a="http://schemas.openxmlformats.org/drawingml/2006/main" noGrp="1"/>
          </p:cNvSpPr>
          <p:nvPr/>
        </p:nvSpPr>
        <p:spPr>
          <a:xfrm xmlns:a="http://schemas.openxmlformats.org/drawingml/2006/main">
            <a:off x="609600" y="4505325"/>
            <a:ext cx="8077200" cy="809625"/>
          </a:xfrm>
          <a:prstGeom xmlns:a="http://schemas.openxmlformats.org/drawingml/2006/main" prst="roundRect">
            <a:avLst>
              <a:gd name="adj" fmla="val 14118"/>
            </a:avLst>
          </a:prstGeom>
          <a:solidFill xmlns:a="http://schemas.openxmlformats.org/drawingml/2006/main">
            <a:srgbClr val="EEF4E8"/>
          </a:solidFill>
          <a:ln xmlns:a="http://schemas.openxmlformats.org/drawingml/2006/main" w="9525">
            <a:solidFill>
              <a:srgbClr val="EEF4E8"/>
            </a:solidFill>
            <a:prstDash val="solid"/>
          </a:ln>
        </p:spPr>
      </p:sp>
      <p:sp>
        <p:nvSpPr>
          <p:cNvPr id="29" name="">
            <a:extLst xmlns:a="http://schemas.openxmlformats.org/drawingml/2006/main">
              <a:ext uri="{FF2B5EF4-FFF2-40B4-BE49-F238E27FC236}">
                <a16:creationId xmlns:a16="http://schemas.microsoft.com/office/drawing/2014/main" id="{418CDBD5-EBCF-4DCC-8225-741B970AB10B}"/>
              </a:ext>
            </a:extLst>
          </p:cNvPr>
          <p:cNvSpPr>
            <a:spLocks xmlns:a="http://schemas.openxmlformats.org/drawingml/2006/main" noGrp="1"/>
          </p:cNvSpPr>
          <p:nvPr/>
        </p:nvSpPr>
        <p:spPr>
          <a:xfrm xmlns:a="http://schemas.openxmlformats.org/drawingml/2006/main">
            <a:off x="685800" y="4552950"/>
            <a:ext cx="15621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263A29"/>
                </a:solidFill>
              </a:defRPr>
            </a:pPr>
            <a:r>
              <a:rPr sz="1013" b="1">
                <a:solidFill>
                  <a:srgbClr val="263A29"/>
                </a:solidFill>
              </a:rPr>
              <a:t>Review game analysis</a:t>
            </a:r>
          </a:p>
        </p:txBody>
      </p:sp>
      <p:sp>
        <p:nvSpPr>
          <p:cNvPr id="30" name="">
            <a:extLst xmlns:a="http://schemas.openxmlformats.org/drawingml/2006/main">
              <a:ext uri="{FF2B5EF4-FFF2-40B4-BE49-F238E27FC236}">
                <a16:creationId xmlns:a16="http://schemas.microsoft.com/office/drawing/2014/main" id="{5AAF3930-F104-47C8-AEA0-79EB1D9DA00B}"/>
              </a:ext>
            </a:extLst>
          </p:cNvPr>
          <p:cNvSpPr>
            <a:spLocks xmlns:a="http://schemas.openxmlformats.org/drawingml/2006/main" noGrp="1"/>
          </p:cNvSpPr>
          <p:nvPr/>
        </p:nvSpPr>
        <p:spPr>
          <a:xfrm xmlns:a="http://schemas.openxmlformats.org/drawingml/2006/main">
            <a:off x="2400300" y="4552950"/>
            <a:ext cx="1847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Vừa kết thúc ván</a:t>
            </a:r>
          </a:p>
        </p:txBody>
      </p:sp>
      <p:sp>
        <p:nvSpPr>
          <p:cNvPr id="31" name="">
            <a:extLst xmlns:a="http://schemas.openxmlformats.org/drawingml/2006/main">
              <a:ext uri="{FF2B5EF4-FFF2-40B4-BE49-F238E27FC236}">
                <a16:creationId xmlns:a16="http://schemas.microsoft.com/office/drawing/2014/main" id="{CD46FA6B-EA10-4508-B50B-E800C4F3B4B4}"/>
              </a:ext>
            </a:extLst>
          </p:cNvPr>
          <p:cNvSpPr>
            <a:spLocks xmlns:a="http://schemas.openxmlformats.org/drawingml/2006/main" noGrp="1"/>
          </p:cNvSpPr>
          <p:nvPr/>
        </p:nvSpPr>
        <p:spPr>
          <a:xfrm xmlns:a="http://schemas.openxmlformats.org/drawingml/2006/main">
            <a:off x="4400550" y="4552950"/>
            <a:ext cx="23241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Game Review → key moves</a:t>
            </a:r>
          </a:p>
        </p:txBody>
      </p:sp>
      <p:sp>
        <p:nvSpPr>
          <p:cNvPr id="32" name="">
            <a:extLst xmlns:a="http://schemas.openxmlformats.org/drawingml/2006/main">
              <a:ext uri="{FF2B5EF4-FFF2-40B4-BE49-F238E27FC236}">
                <a16:creationId xmlns:a16="http://schemas.microsoft.com/office/drawing/2014/main" id="{D893DE76-02DE-4725-90F5-199187A64179}"/>
              </a:ext>
            </a:extLst>
          </p:cNvPr>
          <p:cNvSpPr>
            <a:spLocks xmlns:a="http://schemas.openxmlformats.org/drawingml/2006/main" noGrp="1"/>
          </p:cNvSpPr>
          <p:nvPr/>
        </p:nvSpPr>
        <p:spPr>
          <a:xfrm xmlns:a="http://schemas.openxmlformats.org/drawingml/2006/main">
            <a:off x="6877050" y="4552950"/>
            <a:ext cx="17335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Hiểu lỗi và bước cải thiện</a:t>
            </a:r>
          </a:p>
        </p:txBody>
      </p:sp>
    </p:spTree>
    <p:extLst>
      <p:ext uri="{BB962C8B-B14F-4D97-AF65-F5344CB8AC3E}">
        <p14:creationId xmlns:p14="http://schemas.microsoft.com/office/powerpoint/2010/main" val="455602018"/>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DB04711-5442-4108-90EA-3B8F1DE2E84C}"/>
              </a:ext>
            </a:extLst>
          </p:cNvPr>
          <p:cNvSpPr>
            <a:spLocks xmlns:a="http://schemas.openxmlformats.org/drawingml/2006/main" noGrp="1"/>
          </p:cNvSpPr>
          <p:nvPr/>
        </p:nvSpPr>
        <p:spPr>
          <a:xfrm xmlns:a="http://schemas.openxmlformats.org/drawingml/2006/main">
            <a:off x="609600" y="2286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769656"/>
                </a:solidFill>
              </a:defRPr>
            </a:pPr>
            <a:r>
              <a:rPr sz="1050" b="1">
                <a:solidFill>
                  <a:srgbClr val="769656"/>
                </a:solidFill>
              </a:rPr>
              <a:t>BENEFITS</a:t>
            </a:r>
          </a:p>
        </p:txBody>
      </p:sp>
      <p:sp>
        <p:nvSpPr>
          <p:cNvPr id="2" name="">
            <a:extLst xmlns:a="http://schemas.openxmlformats.org/drawingml/2006/main">
              <a:ext uri="{FF2B5EF4-FFF2-40B4-BE49-F238E27FC236}">
                <a16:creationId xmlns:a16="http://schemas.microsoft.com/office/drawing/2014/main" id="{52233943-7AC0-4A3D-956C-E54B6D74733A}"/>
              </a:ext>
            </a:extLst>
          </p:cNvPr>
          <p:cNvSpPr>
            <a:spLocks xmlns:a="http://schemas.openxmlformats.org/drawingml/2006/main" noGrp="1"/>
          </p:cNvSpPr>
          <p:nvPr/>
        </p:nvSpPr>
        <p:spPr>
          <a:xfrm xmlns:a="http://schemas.openxmlformats.org/drawingml/2006/main">
            <a:off x="609600" y="5143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63A29"/>
                </a:solidFill>
              </a:defRPr>
            </a:pPr>
            <a:r>
              <a:rPr sz="2700" b="1">
                <a:solidFill>
                  <a:srgbClr val="263A29"/>
                </a:solidFill>
              </a:rPr>
              <a:t>Benefits, Chess.com</a:t>
            </a:r>
          </a:p>
        </p:txBody>
      </p:sp>
      <p:sp>
        <p:nvSpPr>
          <p:cNvPr id="3" name="">
            <a:extLst xmlns:a="http://schemas.openxmlformats.org/drawingml/2006/main">
              <a:ext uri="{FF2B5EF4-FFF2-40B4-BE49-F238E27FC236}">
                <a16:creationId xmlns:a16="http://schemas.microsoft.com/office/drawing/2014/main" id="{5713BCFE-0833-4023-9518-978C9B1138C8}"/>
              </a:ext>
            </a:extLst>
          </p:cNvPr>
          <p:cNvSpPr>
            <a:spLocks xmlns:a="http://schemas.openxmlformats.org/drawingml/2006/main" noGrp="1"/>
          </p:cNvSpPr>
          <p:nvPr/>
        </p:nvSpPr>
        <p:spPr>
          <a:xfrm xmlns:a="http://schemas.openxmlformats.org/drawingml/2006/main">
            <a:off x="11049000" y="2667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1">
                <a:solidFill>
                  <a:srgbClr val="769656"/>
                </a:solidFill>
              </a:defRPr>
            </a:pPr>
            <a:r>
              <a:rPr sz="1200" b="1">
                <a:solidFill>
                  <a:srgbClr val="769656"/>
                </a:solidFill>
              </a:rPr>
              <a:t>09</a:t>
            </a:r>
          </a:p>
        </p:txBody>
      </p:sp>
      <p:sp>
        <p:nvSpPr>
          <p:cNvPr id="4" name="">
            <a:extLst xmlns:a="http://schemas.openxmlformats.org/drawingml/2006/main">
              <a:ext uri="{FF2B5EF4-FFF2-40B4-BE49-F238E27FC236}">
                <a16:creationId xmlns:a16="http://schemas.microsoft.com/office/drawing/2014/main" id="{434E3A2F-E65E-40C1-BD3B-C1D60B3250E1}"/>
              </a:ext>
            </a:extLst>
          </p:cNvPr>
          <p:cNvSpPr>
            <a:spLocks xmlns:a="http://schemas.openxmlformats.org/drawingml/2006/main" noGrp="1"/>
          </p:cNvSpPr>
          <p:nvPr/>
        </p:nvSpPr>
        <p:spPr>
          <a:xfrm xmlns:a="http://schemas.openxmlformats.org/drawingml/2006/main">
            <a:off x="609600" y="1123950"/>
            <a:ext cx="876300" cy="38100"/>
          </a:xfrm>
          <a:prstGeom xmlns:a="http://schemas.openxmlformats.org/drawingml/2006/main" prst="rect">
            <a:avLst/>
          </a:prstGeom>
          <a:solidFill xmlns:a="http://schemas.openxmlformats.org/drawingml/2006/main">
            <a:srgbClr val="769656"/>
          </a:solidFill>
          <a:ln xmlns:a="http://schemas.openxmlformats.org/drawingml/2006/main" w="0">
            <a:solidFill>
              <a:srgbClr val="769656"/>
            </a:solidFill>
            <a:prstDash val="solid"/>
          </a:ln>
        </p:spPr>
      </p:sp>
      <p:sp>
        <p:nvSpPr>
          <p:cNvPr id="5" name="">
            <a:extLst xmlns:a="http://schemas.openxmlformats.org/drawingml/2006/main">
              <a:ext uri="{FF2B5EF4-FFF2-40B4-BE49-F238E27FC236}">
                <a16:creationId xmlns:a16="http://schemas.microsoft.com/office/drawing/2014/main" id="{4AA8FCC9-867C-4B1D-A10C-DCBB3E0CB9DD}"/>
              </a:ext>
            </a:extLst>
          </p:cNvPr>
          <p:cNvSpPr>
            <a:spLocks xmlns:a="http://schemas.openxmlformats.org/drawingml/2006/main" noGrp="1"/>
          </p:cNvSpPr>
          <p:nvPr/>
        </p:nvSpPr>
        <p:spPr>
          <a:xfrm xmlns:a="http://schemas.openxmlformats.org/drawingml/2006/main">
            <a:off x="609600" y="6572250"/>
            <a:ext cx="4000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4748B"/>
                </a:solidFill>
              </a:defRPr>
            </a:pPr>
            <a:r>
              <a:rPr sz="825" b="0">
                <a:solidFill>
                  <a:srgbClr val="64748B"/>
                </a:solidFill>
              </a:rPr>
              <a:t>HCI • PA1 • Chess.com</a:t>
            </a:r>
          </a:p>
        </p:txBody>
      </p:sp>
      <p:sp>
        <p:nvSpPr>
          <p:cNvPr id="6" name="">
            <a:extLst xmlns:a="http://schemas.openxmlformats.org/drawingml/2006/main">
              <a:ext uri="{FF2B5EF4-FFF2-40B4-BE49-F238E27FC236}">
                <a16:creationId xmlns:a16="http://schemas.microsoft.com/office/drawing/2014/main" id="{7E6C016B-7DB9-46CF-B62E-BBC1433B8616}"/>
              </a:ext>
            </a:extLst>
          </p:cNvPr>
          <p:cNvSpPr>
            <a:spLocks xmlns:a="http://schemas.openxmlformats.org/drawingml/2006/main" noGrp="1"/>
          </p:cNvSpPr>
          <p:nvPr/>
        </p:nvSpPr>
        <p:spPr>
          <a:xfrm xmlns:a="http://schemas.openxmlformats.org/drawingml/2006/main">
            <a:off x="10668000" y="657225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4748B"/>
                </a:solidFill>
              </a:defRPr>
            </a:pPr>
            <a:r>
              <a:rPr sz="825" b="0">
                <a:solidFill>
                  <a:srgbClr val="64748B"/>
                </a:solidFill>
              </a:rPr>
              <a:t>9 / 12</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3f129392b9914369"/>
          <a:stretch xmlns:a="http://schemas.openxmlformats.org/drawingml/2006/main"/>
        </p:blipFill>
        <p:spPr>
          <a:xfrm xmlns:a="http://schemas.openxmlformats.org/drawingml/2006/main">
            <a:off x="9258300" y="1466850"/>
            <a:ext cx="2057400" cy="1428750"/>
          </a:xfrm>
          <a:prstGeom xmlns:a="http://schemas.openxmlformats.org/drawingml/2006/main" prst="roundRect">
            <a:avLst>
              <a:gd name="adj" fmla="val 8000"/>
            </a:avLst>
          </a:prstGeom>
        </p:spPr>
      </p:pic>
      <p:sp>
        <p:nvSpPr>
          <p:cNvPr id="8" name="">
            <a:extLst xmlns:a="http://schemas.openxmlformats.org/drawingml/2006/main">
              <a:ext uri="{FF2B5EF4-FFF2-40B4-BE49-F238E27FC236}">
                <a16:creationId xmlns:a16="http://schemas.microsoft.com/office/drawing/2014/main" id="{45FDF775-E550-4D33-AAC3-E46885F77E2F}"/>
              </a:ext>
            </a:extLst>
          </p:cNvPr>
          <p:cNvSpPr>
            <a:spLocks xmlns:a="http://schemas.openxmlformats.org/drawingml/2006/main" noGrp="1"/>
          </p:cNvSpPr>
          <p:nvPr/>
        </p:nvSpPr>
        <p:spPr>
          <a:xfrm xmlns:a="http://schemas.openxmlformats.org/drawingml/2006/main">
            <a:off x="609600" y="1466850"/>
            <a:ext cx="8077200" cy="381000"/>
          </a:xfrm>
          <a:prstGeom xmlns:a="http://schemas.openxmlformats.org/drawingml/2006/main" prst="roundRect">
            <a:avLst>
              <a:gd name="adj" fmla="val 30000"/>
            </a:avLst>
          </a:prstGeom>
          <a:solidFill xmlns:a="http://schemas.openxmlformats.org/drawingml/2006/main">
            <a:srgbClr val="263A29"/>
          </a:solidFill>
          <a:ln xmlns:a="http://schemas.openxmlformats.org/drawingml/2006/main" w="9525">
            <a:solidFill>
              <a:srgbClr val="263A29"/>
            </a:solidFill>
            <a:prstDash val="solid"/>
          </a:ln>
        </p:spPr>
      </p:sp>
      <p:sp>
        <p:nvSpPr>
          <p:cNvPr id="9" name="">
            <a:extLst xmlns:a="http://schemas.openxmlformats.org/drawingml/2006/main">
              <a:ext uri="{FF2B5EF4-FFF2-40B4-BE49-F238E27FC236}">
                <a16:creationId xmlns:a16="http://schemas.microsoft.com/office/drawing/2014/main" id="{AEF3AF1F-EEC4-4F85-8769-938F8569AB56}"/>
              </a:ext>
            </a:extLst>
          </p:cNvPr>
          <p:cNvSpPr>
            <a:spLocks xmlns:a="http://schemas.openxmlformats.org/drawingml/2006/main" noGrp="1"/>
          </p:cNvSpPr>
          <p:nvPr/>
        </p:nvSpPr>
        <p:spPr>
          <a:xfrm xmlns:a="http://schemas.openxmlformats.org/drawingml/2006/main">
            <a:off x="685800" y="1504950"/>
            <a:ext cx="14192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Benefit</a:t>
            </a:r>
          </a:p>
        </p:txBody>
      </p:sp>
      <p:sp>
        <p:nvSpPr>
          <p:cNvPr id="10" name="">
            <a:extLst xmlns:a="http://schemas.openxmlformats.org/drawingml/2006/main">
              <a:ext uri="{FF2B5EF4-FFF2-40B4-BE49-F238E27FC236}">
                <a16:creationId xmlns:a16="http://schemas.microsoft.com/office/drawing/2014/main" id="{375E64C3-4CA9-44F9-A49A-905B6EA6A803}"/>
              </a:ext>
            </a:extLst>
          </p:cNvPr>
          <p:cNvSpPr>
            <a:spLocks xmlns:a="http://schemas.openxmlformats.org/drawingml/2006/main" noGrp="1"/>
          </p:cNvSpPr>
          <p:nvPr/>
        </p:nvSpPr>
        <p:spPr>
          <a:xfrm xmlns:a="http://schemas.openxmlformats.org/drawingml/2006/main">
            <a:off x="2257425" y="1504950"/>
            <a:ext cx="15144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UI liên quan</a:t>
            </a:r>
          </a:p>
        </p:txBody>
      </p:sp>
      <p:sp>
        <p:nvSpPr>
          <p:cNvPr id="11" name="">
            <a:extLst xmlns:a="http://schemas.openxmlformats.org/drawingml/2006/main">
              <a:ext uri="{FF2B5EF4-FFF2-40B4-BE49-F238E27FC236}">
                <a16:creationId xmlns:a16="http://schemas.microsoft.com/office/drawing/2014/main" id="{CB01ED85-51EB-4B16-B1E7-6A8CD0DF0CFB}"/>
              </a:ext>
            </a:extLst>
          </p:cNvPr>
          <p:cNvSpPr>
            <a:spLocks xmlns:a="http://schemas.openxmlformats.org/drawingml/2006/main" noGrp="1"/>
          </p:cNvSpPr>
          <p:nvPr/>
        </p:nvSpPr>
        <p:spPr>
          <a:xfrm xmlns:a="http://schemas.openxmlformats.org/drawingml/2006/main">
            <a:off x="3924300" y="1504950"/>
            <a:ext cx="146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HCI concept</a:t>
            </a:r>
          </a:p>
        </p:txBody>
      </p:sp>
      <p:sp>
        <p:nvSpPr>
          <p:cNvPr id="12" name="">
            <a:extLst xmlns:a="http://schemas.openxmlformats.org/drawingml/2006/main">
              <a:ext uri="{FF2B5EF4-FFF2-40B4-BE49-F238E27FC236}">
                <a16:creationId xmlns:a16="http://schemas.microsoft.com/office/drawing/2014/main" id="{D60F135C-3A90-4AC7-B3C7-1B2CB76623DD}"/>
              </a:ext>
            </a:extLst>
          </p:cNvPr>
          <p:cNvSpPr>
            <a:spLocks xmlns:a="http://schemas.openxmlformats.org/drawingml/2006/main" noGrp="1"/>
          </p:cNvSpPr>
          <p:nvPr/>
        </p:nvSpPr>
        <p:spPr>
          <a:xfrm xmlns:a="http://schemas.openxmlformats.org/drawingml/2006/main">
            <a:off x="5543550" y="1504950"/>
            <a:ext cx="15144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Tác động</a:t>
            </a:r>
          </a:p>
        </p:txBody>
      </p:sp>
      <p:sp>
        <p:nvSpPr>
          <p:cNvPr id="13" name="">
            <a:extLst xmlns:a="http://schemas.openxmlformats.org/drawingml/2006/main">
              <a:ext uri="{FF2B5EF4-FFF2-40B4-BE49-F238E27FC236}">
                <a16:creationId xmlns:a16="http://schemas.microsoft.com/office/drawing/2014/main" id="{30C38785-D599-4DCA-8954-FE29365EA186}"/>
              </a:ext>
            </a:extLst>
          </p:cNvPr>
          <p:cNvSpPr>
            <a:spLocks xmlns:a="http://schemas.openxmlformats.org/drawingml/2006/main" noGrp="1"/>
          </p:cNvSpPr>
          <p:nvPr/>
        </p:nvSpPr>
        <p:spPr>
          <a:xfrm xmlns:a="http://schemas.openxmlformats.org/drawingml/2006/main">
            <a:off x="7210425" y="1504950"/>
            <a:ext cx="14001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Ví dụ</a:t>
            </a:r>
          </a:p>
        </p:txBody>
      </p:sp>
      <p:sp>
        <p:nvSpPr>
          <p:cNvPr id="14" name="">
            <a:extLst xmlns:a="http://schemas.openxmlformats.org/drawingml/2006/main">
              <a:ext uri="{FF2B5EF4-FFF2-40B4-BE49-F238E27FC236}">
                <a16:creationId xmlns:a16="http://schemas.microsoft.com/office/drawing/2014/main" id="{4ACD1E68-39F1-4289-A818-07273A60D857}"/>
              </a:ext>
            </a:extLst>
          </p:cNvPr>
          <p:cNvSpPr>
            <a:spLocks xmlns:a="http://schemas.openxmlformats.org/drawingml/2006/main" noGrp="1"/>
          </p:cNvSpPr>
          <p:nvPr/>
        </p:nvSpPr>
        <p:spPr>
          <a:xfrm xmlns:a="http://schemas.openxmlformats.org/drawingml/2006/main">
            <a:off x="609600" y="1905000"/>
            <a:ext cx="8077200" cy="809625"/>
          </a:xfrm>
          <a:prstGeom xmlns:a="http://schemas.openxmlformats.org/drawingml/2006/main" prst="roundRect">
            <a:avLst>
              <a:gd name="adj" fmla="val 14118"/>
            </a:avLst>
          </a:prstGeom>
          <a:solidFill xmlns:a="http://schemas.openxmlformats.org/drawingml/2006/main">
            <a:srgbClr val="FFFFFF"/>
          </a:solidFill>
          <a:ln xmlns:a="http://schemas.openxmlformats.org/drawingml/2006/main" w="9525">
            <a:solidFill>
              <a:srgbClr val="EEF4E8"/>
            </a:solidFill>
            <a:prstDash val="solid"/>
          </a:ln>
        </p:spPr>
      </p:sp>
      <p:sp>
        <p:nvSpPr>
          <p:cNvPr id="15" name="">
            <a:extLst xmlns:a="http://schemas.openxmlformats.org/drawingml/2006/main">
              <a:ext uri="{FF2B5EF4-FFF2-40B4-BE49-F238E27FC236}">
                <a16:creationId xmlns:a16="http://schemas.microsoft.com/office/drawing/2014/main" id="{8BA3BD47-082F-4D00-9337-E5840E2C9FC6}"/>
              </a:ext>
            </a:extLst>
          </p:cNvPr>
          <p:cNvSpPr>
            <a:spLocks xmlns:a="http://schemas.openxmlformats.org/drawingml/2006/main" noGrp="1"/>
          </p:cNvSpPr>
          <p:nvPr/>
        </p:nvSpPr>
        <p:spPr>
          <a:xfrm xmlns:a="http://schemas.openxmlformats.org/drawingml/2006/main">
            <a:off x="685800" y="1952625"/>
            <a:ext cx="14192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263A29"/>
                </a:solidFill>
              </a:defRPr>
            </a:pPr>
            <a:r>
              <a:rPr sz="1013" b="1">
                <a:solidFill>
                  <a:srgbClr val="263A29"/>
                </a:solidFill>
              </a:rPr>
              <a:t>Bắt đầu ván nhanh</a:t>
            </a:r>
          </a:p>
        </p:txBody>
      </p:sp>
      <p:sp>
        <p:nvSpPr>
          <p:cNvPr id="16" name="">
            <a:extLst xmlns:a="http://schemas.openxmlformats.org/drawingml/2006/main">
              <a:ext uri="{FF2B5EF4-FFF2-40B4-BE49-F238E27FC236}">
                <a16:creationId xmlns:a16="http://schemas.microsoft.com/office/drawing/2014/main" id="{B9200074-DC0A-44D0-9761-449F33EC0D67}"/>
              </a:ext>
            </a:extLst>
          </p:cNvPr>
          <p:cNvSpPr>
            <a:spLocks xmlns:a="http://schemas.openxmlformats.org/drawingml/2006/main" noGrp="1"/>
          </p:cNvSpPr>
          <p:nvPr/>
        </p:nvSpPr>
        <p:spPr>
          <a:xfrm xmlns:a="http://schemas.openxmlformats.org/drawingml/2006/main">
            <a:off x="2257425" y="1952625"/>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Play + time control</a:t>
            </a:r>
          </a:p>
        </p:txBody>
      </p:sp>
      <p:sp>
        <p:nvSpPr>
          <p:cNvPr id="17" name="">
            <a:extLst xmlns:a="http://schemas.openxmlformats.org/drawingml/2006/main">
              <a:ext uri="{FF2B5EF4-FFF2-40B4-BE49-F238E27FC236}">
                <a16:creationId xmlns:a16="http://schemas.microsoft.com/office/drawing/2014/main" id="{C9727783-85FC-4B24-B607-F5629925003C}"/>
              </a:ext>
            </a:extLst>
          </p:cNvPr>
          <p:cNvSpPr>
            <a:spLocks xmlns:a="http://schemas.openxmlformats.org/drawingml/2006/main" noGrp="1"/>
          </p:cNvSpPr>
          <p:nvPr/>
        </p:nvSpPr>
        <p:spPr>
          <a:xfrm xmlns:a="http://schemas.openxmlformats.org/drawingml/2006/main">
            <a:off x="3924300" y="1952625"/>
            <a:ext cx="1466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Visibility</a:t>
            </a:r>
          </a:p>
        </p:txBody>
      </p:sp>
      <p:sp>
        <p:nvSpPr>
          <p:cNvPr id="18" name="">
            <a:extLst xmlns:a="http://schemas.openxmlformats.org/drawingml/2006/main">
              <a:ext uri="{FF2B5EF4-FFF2-40B4-BE49-F238E27FC236}">
                <a16:creationId xmlns:a16="http://schemas.microsoft.com/office/drawing/2014/main" id="{824C238A-08E5-4D4D-9908-09402396B4E7}"/>
              </a:ext>
            </a:extLst>
          </p:cNvPr>
          <p:cNvSpPr>
            <a:spLocks xmlns:a="http://schemas.openxmlformats.org/drawingml/2006/main" noGrp="1"/>
          </p:cNvSpPr>
          <p:nvPr/>
        </p:nvSpPr>
        <p:spPr>
          <a:xfrm xmlns:a="http://schemas.openxmlformats.org/drawingml/2006/main">
            <a:off x="5543550" y="1952625"/>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Giảm bước</a:t>
            </a:r>
          </a:p>
        </p:txBody>
      </p:sp>
      <p:sp>
        <p:nvSpPr>
          <p:cNvPr id="19" name="">
            <a:extLst xmlns:a="http://schemas.openxmlformats.org/drawingml/2006/main">
              <a:ext uri="{FF2B5EF4-FFF2-40B4-BE49-F238E27FC236}">
                <a16:creationId xmlns:a16="http://schemas.microsoft.com/office/drawing/2014/main" id="{B855D05D-DCCE-43B9-9B21-9AACFC6089D1}"/>
              </a:ext>
            </a:extLst>
          </p:cNvPr>
          <p:cNvSpPr>
            <a:spLocks xmlns:a="http://schemas.openxmlformats.org/drawingml/2006/main" noGrp="1"/>
          </p:cNvSpPr>
          <p:nvPr/>
        </p:nvSpPr>
        <p:spPr>
          <a:xfrm xmlns:a="http://schemas.openxmlformats.org/drawingml/2006/main">
            <a:off x="7210425" y="1952625"/>
            <a:ext cx="1400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Chọn rapid và ghép trận</a:t>
            </a:r>
          </a:p>
        </p:txBody>
      </p:sp>
      <p:sp>
        <p:nvSpPr>
          <p:cNvPr id="20" name="">
            <a:extLst xmlns:a="http://schemas.openxmlformats.org/drawingml/2006/main">
              <a:ext uri="{FF2B5EF4-FFF2-40B4-BE49-F238E27FC236}">
                <a16:creationId xmlns:a16="http://schemas.microsoft.com/office/drawing/2014/main" id="{59E3F19C-CB8D-4E72-BCCD-1904DDCFCE5B}"/>
              </a:ext>
            </a:extLst>
          </p:cNvPr>
          <p:cNvSpPr>
            <a:spLocks xmlns:a="http://schemas.openxmlformats.org/drawingml/2006/main" noGrp="1"/>
          </p:cNvSpPr>
          <p:nvPr/>
        </p:nvSpPr>
        <p:spPr>
          <a:xfrm xmlns:a="http://schemas.openxmlformats.org/drawingml/2006/main">
            <a:off x="609600" y="2771775"/>
            <a:ext cx="8077200" cy="809625"/>
          </a:xfrm>
          <a:prstGeom xmlns:a="http://schemas.openxmlformats.org/drawingml/2006/main" prst="roundRect">
            <a:avLst>
              <a:gd name="adj" fmla="val 14118"/>
            </a:avLst>
          </a:prstGeom>
          <a:solidFill xmlns:a="http://schemas.openxmlformats.org/drawingml/2006/main">
            <a:srgbClr val="EEF4E8"/>
          </a:solidFill>
          <a:ln xmlns:a="http://schemas.openxmlformats.org/drawingml/2006/main" w="9525">
            <a:solidFill>
              <a:srgbClr val="EEF4E8"/>
            </a:solidFill>
            <a:prstDash val="solid"/>
          </a:ln>
        </p:spPr>
      </p:sp>
      <p:sp>
        <p:nvSpPr>
          <p:cNvPr id="21" name="">
            <a:extLst xmlns:a="http://schemas.openxmlformats.org/drawingml/2006/main">
              <a:ext uri="{FF2B5EF4-FFF2-40B4-BE49-F238E27FC236}">
                <a16:creationId xmlns:a16="http://schemas.microsoft.com/office/drawing/2014/main" id="{6B2ED782-6476-4C06-8232-20A48BD47A7D}"/>
              </a:ext>
            </a:extLst>
          </p:cNvPr>
          <p:cNvSpPr>
            <a:spLocks xmlns:a="http://schemas.openxmlformats.org/drawingml/2006/main" noGrp="1"/>
          </p:cNvSpPr>
          <p:nvPr/>
        </p:nvSpPr>
        <p:spPr>
          <a:xfrm xmlns:a="http://schemas.openxmlformats.org/drawingml/2006/main">
            <a:off x="685800" y="2819400"/>
            <a:ext cx="14192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263A29"/>
                </a:solidFill>
              </a:defRPr>
            </a:pPr>
            <a:r>
              <a:rPr sz="1013" b="1">
                <a:solidFill>
                  <a:srgbClr val="263A29"/>
                </a:solidFill>
              </a:rPr>
              <a:t>Bàn cờ trực tiếp</a:t>
            </a:r>
          </a:p>
        </p:txBody>
      </p:sp>
      <p:sp>
        <p:nvSpPr>
          <p:cNvPr id="22" name="">
            <a:extLst xmlns:a="http://schemas.openxmlformats.org/drawingml/2006/main">
              <a:ext uri="{FF2B5EF4-FFF2-40B4-BE49-F238E27FC236}">
                <a16:creationId xmlns:a16="http://schemas.microsoft.com/office/drawing/2014/main" id="{76EE0F6B-9D21-4DEF-849B-BA3F79D61EC0}"/>
              </a:ext>
            </a:extLst>
          </p:cNvPr>
          <p:cNvSpPr>
            <a:spLocks xmlns:a="http://schemas.openxmlformats.org/drawingml/2006/main" noGrp="1"/>
          </p:cNvSpPr>
          <p:nvPr/>
        </p:nvSpPr>
        <p:spPr>
          <a:xfrm xmlns:a="http://schemas.openxmlformats.org/drawingml/2006/main">
            <a:off x="2257425" y="2819400"/>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Board + legal moves</a:t>
            </a:r>
          </a:p>
        </p:txBody>
      </p:sp>
      <p:sp>
        <p:nvSpPr>
          <p:cNvPr id="23" name="">
            <a:extLst xmlns:a="http://schemas.openxmlformats.org/drawingml/2006/main">
              <a:ext uri="{FF2B5EF4-FFF2-40B4-BE49-F238E27FC236}">
                <a16:creationId xmlns:a16="http://schemas.microsoft.com/office/drawing/2014/main" id="{4E141CEB-D4AF-402A-BA02-5F8AD05BDA9B}"/>
              </a:ext>
            </a:extLst>
          </p:cNvPr>
          <p:cNvSpPr>
            <a:spLocks xmlns:a="http://schemas.openxmlformats.org/drawingml/2006/main" noGrp="1"/>
          </p:cNvSpPr>
          <p:nvPr/>
        </p:nvSpPr>
        <p:spPr>
          <a:xfrm xmlns:a="http://schemas.openxmlformats.org/drawingml/2006/main">
            <a:off x="3924300" y="2819400"/>
            <a:ext cx="1466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Direct manipulation</a:t>
            </a:r>
          </a:p>
        </p:txBody>
      </p:sp>
      <p:sp>
        <p:nvSpPr>
          <p:cNvPr id="24" name="">
            <a:extLst xmlns:a="http://schemas.openxmlformats.org/drawingml/2006/main">
              <a:ext uri="{FF2B5EF4-FFF2-40B4-BE49-F238E27FC236}">
                <a16:creationId xmlns:a16="http://schemas.microsoft.com/office/drawing/2014/main" id="{D8A45228-858A-4A5D-9241-74B58ABC31B6}"/>
              </a:ext>
            </a:extLst>
          </p:cNvPr>
          <p:cNvSpPr>
            <a:spLocks xmlns:a="http://schemas.openxmlformats.org/drawingml/2006/main" noGrp="1"/>
          </p:cNvSpPr>
          <p:nvPr/>
        </p:nvSpPr>
        <p:spPr>
          <a:xfrm xmlns:a="http://schemas.openxmlformats.org/drawingml/2006/main">
            <a:off x="5543550" y="2819400"/>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Thao tác tự nhiên</a:t>
            </a:r>
          </a:p>
        </p:txBody>
      </p:sp>
      <p:sp>
        <p:nvSpPr>
          <p:cNvPr id="25" name="">
            <a:extLst xmlns:a="http://schemas.openxmlformats.org/drawingml/2006/main">
              <a:ext uri="{FF2B5EF4-FFF2-40B4-BE49-F238E27FC236}">
                <a16:creationId xmlns:a16="http://schemas.microsoft.com/office/drawing/2014/main" id="{EF5B0406-A255-4A7B-9480-D184E30F54DB}"/>
              </a:ext>
            </a:extLst>
          </p:cNvPr>
          <p:cNvSpPr>
            <a:spLocks xmlns:a="http://schemas.openxmlformats.org/drawingml/2006/main" noGrp="1"/>
          </p:cNvSpPr>
          <p:nvPr/>
        </p:nvSpPr>
        <p:spPr>
          <a:xfrm xmlns:a="http://schemas.openxmlformats.org/drawingml/2006/main">
            <a:off x="7210425" y="2819400"/>
            <a:ext cx="1400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Kéo quân, thấy nước hợp lệ</a:t>
            </a:r>
          </a:p>
        </p:txBody>
      </p:sp>
      <p:sp>
        <p:nvSpPr>
          <p:cNvPr id="26" name="">
            <a:extLst xmlns:a="http://schemas.openxmlformats.org/drawingml/2006/main">
              <a:ext uri="{FF2B5EF4-FFF2-40B4-BE49-F238E27FC236}">
                <a16:creationId xmlns:a16="http://schemas.microsoft.com/office/drawing/2014/main" id="{507E9806-2A4C-4C1D-B27A-7FDD57137E52}"/>
              </a:ext>
            </a:extLst>
          </p:cNvPr>
          <p:cNvSpPr>
            <a:spLocks xmlns:a="http://schemas.openxmlformats.org/drawingml/2006/main" noGrp="1"/>
          </p:cNvSpPr>
          <p:nvPr/>
        </p:nvSpPr>
        <p:spPr>
          <a:xfrm xmlns:a="http://schemas.openxmlformats.org/drawingml/2006/main">
            <a:off x="609600" y="3638550"/>
            <a:ext cx="8077200" cy="809625"/>
          </a:xfrm>
          <a:prstGeom xmlns:a="http://schemas.openxmlformats.org/drawingml/2006/main" prst="roundRect">
            <a:avLst>
              <a:gd name="adj" fmla="val 14118"/>
            </a:avLst>
          </a:prstGeom>
          <a:solidFill xmlns:a="http://schemas.openxmlformats.org/drawingml/2006/main">
            <a:srgbClr val="FFFFFF"/>
          </a:solidFill>
          <a:ln xmlns:a="http://schemas.openxmlformats.org/drawingml/2006/main" w="9525">
            <a:solidFill>
              <a:srgbClr val="EEF4E8"/>
            </a:solidFill>
            <a:prstDash val="solid"/>
          </a:ln>
        </p:spPr>
      </p:sp>
      <p:sp>
        <p:nvSpPr>
          <p:cNvPr id="27" name="">
            <a:extLst xmlns:a="http://schemas.openxmlformats.org/drawingml/2006/main">
              <a:ext uri="{FF2B5EF4-FFF2-40B4-BE49-F238E27FC236}">
                <a16:creationId xmlns:a16="http://schemas.microsoft.com/office/drawing/2014/main" id="{D5D6D6E1-1030-4F3C-A4CC-DDD5A323A893}"/>
              </a:ext>
            </a:extLst>
          </p:cNvPr>
          <p:cNvSpPr>
            <a:spLocks xmlns:a="http://schemas.openxmlformats.org/drawingml/2006/main" noGrp="1"/>
          </p:cNvSpPr>
          <p:nvPr/>
        </p:nvSpPr>
        <p:spPr>
          <a:xfrm xmlns:a="http://schemas.openxmlformats.org/drawingml/2006/main">
            <a:off x="685800" y="3686175"/>
            <a:ext cx="14192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263A29"/>
                </a:solidFill>
              </a:defRPr>
            </a:pPr>
            <a:r>
              <a:rPr sz="1013" b="1">
                <a:solidFill>
                  <a:srgbClr val="263A29"/>
                </a:solidFill>
              </a:rPr>
              <a:t>Game Review phản hồi</a:t>
            </a:r>
          </a:p>
        </p:txBody>
      </p:sp>
      <p:sp>
        <p:nvSpPr>
          <p:cNvPr id="28" name="">
            <a:extLst xmlns:a="http://schemas.openxmlformats.org/drawingml/2006/main">
              <a:ext uri="{FF2B5EF4-FFF2-40B4-BE49-F238E27FC236}">
                <a16:creationId xmlns:a16="http://schemas.microsoft.com/office/drawing/2014/main" id="{2FAAE6FD-52E7-41CA-9EDF-5775B6799F18}"/>
              </a:ext>
            </a:extLst>
          </p:cNvPr>
          <p:cNvSpPr>
            <a:spLocks xmlns:a="http://schemas.openxmlformats.org/drawingml/2006/main" noGrp="1"/>
          </p:cNvSpPr>
          <p:nvPr/>
        </p:nvSpPr>
        <p:spPr>
          <a:xfrm xmlns:a="http://schemas.openxmlformats.org/drawingml/2006/main">
            <a:off x="2257425" y="3686175"/>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Move labels + best move</a:t>
            </a:r>
          </a:p>
        </p:txBody>
      </p:sp>
      <p:sp>
        <p:nvSpPr>
          <p:cNvPr id="29" name="">
            <a:extLst xmlns:a="http://schemas.openxmlformats.org/drawingml/2006/main">
              <a:ext uri="{FF2B5EF4-FFF2-40B4-BE49-F238E27FC236}">
                <a16:creationId xmlns:a16="http://schemas.microsoft.com/office/drawing/2014/main" id="{6381BBBC-A292-4FE3-BD17-A73611A80DC6}"/>
              </a:ext>
            </a:extLst>
          </p:cNvPr>
          <p:cNvSpPr>
            <a:spLocks xmlns:a="http://schemas.openxmlformats.org/drawingml/2006/main" noGrp="1"/>
          </p:cNvSpPr>
          <p:nvPr/>
        </p:nvSpPr>
        <p:spPr>
          <a:xfrm xmlns:a="http://schemas.openxmlformats.org/drawingml/2006/main">
            <a:off x="3924300" y="3686175"/>
            <a:ext cx="1466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Feedback</a:t>
            </a:r>
          </a:p>
        </p:txBody>
      </p:sp>
      <p:sp>
        <p:nvSpPr>
          <p:cNvPr id="30" name="">
            <a:extLst xmlns:a="http://schemas.openxmlformats.org/drawingml/2006/main">
              <a:ext uri="{FF2B5EF4-FFF2-40B4-BE49-F238E27FC236}">
                <a16:creationId xmlns:a16="http://schemas.microsoft.com/office/drawing/2014/main" id="{4BDEC1B2-1CD5-4229-890F-462BF5AA3456}"/>
              </a:ext>
            </a:extLst>
          </p:cNvPr>
          <p:cNvSpPr>
            <a:spLocks xmlns:a="http://schemas.openxmlformats.org/drawingml/2006/main" noGrp="1"/>
          </p:cNvSpPr>
          <p:nvPr/>
        </p:nvSpPr>
        <p:spPr>
          <a:xfrm xmlns:a="http://schemas.openxmlformats.org/drawingml/2006/main">
            <a:off x="5543550" y="3686175"/>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Biết lỗi sau ván</a:t>
            </a:r>
          </a:p>
        </p:txBody>
      </p:sp>
      <p:sp>
        <p:nvSpPr>
          <p:cNvPr id="31" name="">
            <a:extLst xmlns:a="http://schemas.openxmlformats.org/drawingml/2006/main">
              <a:ext uri="{FF2B5EF4-FFF2-40B4-BE49-F238E27FC236}">
                <a16:creationId xmlns:a16="http://schemas.microsoft.com/office/drawing/2014/main" id="{347F91EF-877D-416B-A144-9CA23B2E1BC6}"/>
              </a:ext>
            </a:extLst>
          </p:cNvPr>
          <p:cNvSpPr>
            <a:spLocks xmlns:a="http://schemas.openxmlformats.org/drawingml/2006/main" noGrp="1"/>
          </p:cNvSpPr>
          <p:nvPr/>
        </p:nvSpPr>
        <p:spPr>
          <a:xfrm xmlns:a="http://schemas.openxmlformats.org/drawingml/2006/main">
            <a:off x="7210425" y="3686175"/>
            <a:ext cx="1400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Xem bước ngoặt chính</a:t>
            </a:r>
          </a:p>
        </p:txBody>
      </p:sp>
      <p:sp>
        <p:nvSpPr>
          <p:cNvPr id="32" name="">
            <a:extLst xmlns:a="http://schemas.openxmlformats.org/drawingml/2006/main">
              <a:ext uri="{FF2B5EF4-FFF2-40B4-BE49-F238E27FC236}">
                <a16:creationId xmlns:a16="http://schemas.microsoft.com/office/drawing/2014/main" id="{7682932A-BD10-47CF-98CA-EB8882A790F3}"/>
              </a:ext>
            </a:extLst>
          </p:cNvPr>
          <p:cNvSpPr>
            <a:spLocks xmlns:a="http://schemas.openxmlformats.org/drawingml/2006/main" noGrp="1"/>
          </p:cNvSpPr>
          <p:nvPr/>
        </p:nvSpPr>
        <p:spPr>
          <a:xfrm xmlns:a="http://schemas.openxmlformats.org/drawingml/2006/main">
            <a:off x="609600" y="4505325"/>
            <a:ext cx="8077200" cy="809625"/>
          </a:xfrm>
          <a:prstGeom xmlns:a="http://schemas.openxmlformats.org/drawingml/2006/main" prst="roundRect">
            <a:avLst>
              <a:gd name="adj" fmla="val 14118"/>
            </a:avLst>
          </a:prstGeom>
          <a:solidFill xmlns:a="http://schemas.openxmlformats.org/drawingml/2006/main">
            <a:srgbClr val="EEF4E8"/>
          </a:solidFill>
          <a:ln xmlns:a="http://schemas.openxmlformats.org/drawingml/2006/main" w="9525">
            <a:solidFill>
              <a:srgbClr val="EEF4E8"/>
            </a:solidFill>
            <a:prstDash val="solid"/>
          </a:ln>
        </p:spPr>
      </p:sp>
      <p:sp>
        <p:nvSpPr>
          <p:cNvPr id="33" name="">
            <a:extLst xmlns:a="http://schemas.openxmlformats.org/drawingml/2006/main">
              <a:ext uri="{FF2B5EF4-FFF2-40B4-BE49-F238E27FC236}">
                <a16:creationId xmlns:a16="http://schemas.microsoft.com/office/drawing/2014/main" id="{D48DAA66-1303-434A-A12B-2EE95C9E11A3}"/>
              </a:ext>
            </a:extLst>
          </p:cNvPr>
          <p:cNvSpPr>
            <a:spLocks xmlns:a="http://schemas.openxmlformats.org/drawingml/2006/main" noGrp="1"/>
          </p:cNvSpPr>
          <p:nvPr/>
        </p:nvSpPr>
        <p:spPr>
          <a:xfrm xmlns:a="http://schemas.openxmlformats.org/drawingml/2006/main">
            <a:off x="685800" y="4552950"/>
            <a:ext cx="14192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263A29"/>
                </a:solidFill>
              </a:defRPr>
            </a:pPr>
            <a:r>
              <a:rPr sz="1013" b="1">
                <a:solidFill>
                  <a:srgbClr val="263A29"/>
                </a:solidFill>
              </a:rPr>
              <a:t>Học theo lộ trình</a:t>
            </a:r>
          </a:p>
        </p:txBody>
      </p:sp>
      <p:sp>
        <p:nvSpPr>
          <p:cNvPr id="34" name="">
            <a:extLst xmlns:a="http://schemas.openxmlformats.org/drawingml/2006/main">
              <a:ext uri="{FF2B5EF4-FFF2-40B4-BE49-F238E27FC236}">
                <a16:creationId xmlns:a16="http://schemas.microsoft.com/office/drawing/2014/main" id="{6F7FDF4E-A020-46EC-B3BF-B8BF31148F70}"/>
              </a:ext>
            </a:extLst>
          </p:cNvPr>
          <p:cNvSpPr>
            <a:spLocks xmlns:a="http://schemas.openxmlformats.org/drawingml/2006/main" noGrp="1"/>
          </p:cNvSpPr>
          <p:nvPr/>
        </p:nvSpPr>
        <p:spPr>
          <a:xfrm xmlns:a="http://schemas.openxmlformats.org/drawingml/2006/main">
            <a:off x="2257425" y="4552950"/>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Puzzles + Study Plans</a:t>
            </a:r>
          </a:p>
        </p:txBody>
      </p:sp>
      <p:sp>
        <p:nvSpPr>
          <p:cNvPr id="35" name="">
            <a:extLst xmlns:a="http://schemas.openxmlformats.org/drawingml/2006/main">
              <a:ext uri="{FF2B5EF4-FFF2-40B4-BE49-F238E27FC236}">
                <a16:creationId xmlns:a16="http://schemas.microsoft.com/office/drawing/2014/main" id="{6B25B8D5-81A1-4D7D-8092-2D55364A4B06}"/>
              </a:ext>
            </a:extLst>
          </p:cNvPr>
          <p:cNvSpPr>
            <a:spLocks xmlns:a="http://schemas.openxmlformats.org/drawingml/2006/main" noGrp="1"/>
          </p:cNvSpPr>
          <p:nvPr/>
        </p:nvSpPr>
        <p:spPr>
          <a:xfrm xmlns:a="http://schemas.openxmlformats.org/drawingml/2006/main">
            <a:off x="3924300" y="4552950"/>
            <a:ext cx="1466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Progressive disclosure</a:t>
            </a:r>
          </a:p>
        </p:txBody>
      </p:sp>
      <p:sp>
        <p:nvSpPr>
          <p:cNvPr id="36" name="">
            <a:extLst xmlns:a="http://schemas.openxmlformats.org/drawingml/2006/main">
              <a:ext uri="{FF2B5EF4-FFF2-40B4-BE49-F238E27FC236}">
                <a16:creationId xmlns:a16="http://schemas.microsoft.com/office/drawing/2014/main" id="{D2F346C6-048E-422B-B61B-665140DA3096}"/>
              </a:ext>
            </a:extLst>
          </p:cNvPr>
          <p:cNvSpPr>
            <a:spLocks xmlns:a="http://schemas.openxmlformats.org/drawingml/2006/main" noGrp="1"/>
          </p:cNvSpPr>
          <p:nvPr/>
        </p:nvSpPr>
        <p:spPr>
          <a:xfrm xmlns:a="http://schemas.openxmlformats.org/drawingml/2006/main">
            <a:off x="5543550" y="4552950"/>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Tiến bộ có cấu trúc</a:t>
            </a:r>
          </a:p>
        </p:txBody>
      </p:sp>
      <p:sp>
        <p:nvSpPr>
          <p:cNvPr id="37" name="">
            <a:extLst xmlns:a="http://schemas.openxmlformats.org/drawingml/2006/main">
              <a:ext uri="{FF2B5EF4-FFF2-40B4-BE49-F238E27FC236}">
                <a16:creationId xmlns:a16="http://schemas.microsoft.com/office/drawing/2014/main" id="{5A90ADED-D87A-467E-AC26-EB1EB843B013}"/>
              </a:ext>
            </a:extLst>
          </p:cNvPr>
          <p:cNvSpPr>
            <a:spLocks xmlns:a="http://schemas.openxmlformats.org/drawingml/2006/main" noGrp="1"/>
          </p:cNvSpPr>
          <p:nvPr/>
        </p:nvSpPr>
        <p:spPr>
          <a:xfrm xmlns:a="http://schemas.openxmlformats.org/drawingml/2006/main">
            <a:off x="7210425" y="4552950"/>
            <a:ext cx="1400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Beginner học theo cấp</a:t>
            </a:r>
          </a:p>
        </p:txBody>
      </p:sp>
    </p:spTree>
    <p:extLst>
      <p:ext uri="{BB962C8B-B14F-4D97-AF65-F5344CB8AC3E}">
        <p14:creationId xmlns:p14="http://schemas.microsoft.com/office/powerpoint/2010/main" val="1261559415"/>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837791F-C4D3-498D-A693-ABDF86CC38B6}"/>
              </a:ext>
            </a:extLst>
          </p:cNvPr>
          <p:cNvSpPr>
            <a:spLocks xmlns:a="http://schemas.openxmlformats.org/drawingml/2006/main" noGrp="1"/>
          </p:cNvSpPr>
          <p:nvPr/>
        </p:nvSpPr>
        <p:spPr>
          <a:xfrm xmlns:a="http://schemas.openxmlformats.org/drawingml/2006/main">
            <a:off x="609600" y="2286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769656"/>
                </a:solidFill>
              </a:defRPr>
            </a:pPr>
            <a:r>
              <a:rPr sz="1050" b="1">
                <a:solidFill>
                  <a:srgbClr val="769656"/>
                </a:solidFill>
              </a:rPr>
              <a:t>DRAWBACKS</a:t>
            </a:r>
          </a:p>
        </p:txBody>
      </p:sp>
      <p:sp>
        <p:nvSpPr>
          <p:cNvPr id="2" name="">
            <a:extLst xmlns:a="http://schemas.openxmlformats.org/drawingml/2006/main">
              <a:ext uri="{FF2B5EF4-FFF2-40B4-BE49-F238E27FC236}">
                <a16:creationId xmlns:a16="http://schemas.microsoft.com/office/drawing/2014/main" id="{2A907452-BE91-4342-8909-6A2F7D2B85FD}"/>
              </a:ext>
            </a:extLst>
          </p:cNvPr>
          <p:cNvSpPr>
            <a:spLocks xmlns:a="http://schemas.openxmlformats.org/drawingml/2006/main" noGrp="1"/>
          </p:cNvSpPr>
          <p:nvPr/>
        </p:nvSpPr>
        <p:spPr>
          <a:xfrm xmlns:a="http://schemas.openxmlformats.org/drawingml/2006/main">
            <a:off x="609600" y="5143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63A29"/>
                </a:solidFill>
              </a:defRPr>
            </a:pPr>
            <a:r>
              <a:rPr sz="2700" b="1">
                <a:solidFill>
                  <a:srgbClr val="263A29"/>
                </a:solidFill>
              </a:rPr>
              <a:t>Drawbacks, Chess.com</a:t>
            </a:r>
          </a:p>
        </p:txBody>
      </p:sp>
      <p:sp>
        <p:nvSpPr>
          <p:cNvPr id="3" name="">
            <a:extLst xmlns:a="http://schemas.openxmlformats.org/drawingml/2006/main">
              <a:ext uri="{FF2B5EF4-FFF2-40B4-BE49-F238E27FC236}">
                <a16:creationId xmlns:a16="http://schemas.microsoft.com/office/drawing/2014/main" id="{9A4B9B41-281A-41C4-B89A-60601A52BDDB}"/>
              </a:ext>
            </a:extLst>
          </p:cNvPr>
          <p:cNvSpPr>
            <a:spLocks xmlns:a="http://schemas.openxmlformats.org/drawingml/2006/main" noGrp="1"/>
          </p:cNvSpPr>
          <p:nvPr/>
        </p:nvSpPr>
        <p:spPr>
          <a:xfrm xmlns:a="http://schemas.openxmlformats.org/drawingml/2006/main">
            <a:off x="11049000" y="2667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1">
                <a:solidFill>
                  <a:srgbClr val="769656"/>
                </a:solidFill>
              </a:defRPr>
            </a:pPr>
            <a:r>
              <a:rPr sz="1200" b="1">
                <a:solidFill>
                  <a:srgbClr val="769656"/>
                </a:solidFill>
              </a:rPr>
              <a:t>10</a:t>
            </a:r>
          </a:p>
        </p:txBody>
      </p:sp>
      <p:sp>
        <p:nvSpPr>
          <p:cNvPr id="4" name="">
            <a:extLst xmlns:a="http://schemas.openxmlformats.org/drawingml/2006/main">
              <a:ext uri="{FF2B5EF4-FFF2-40B4-BE49-F238E27FC236}">
                <a16:creationId xmlns:a16="http://schemas.microsoft.com/office/drawing/2014/main" id="{1CC499DD-2C14-4E8E-8462-02E2885437D1}"/>
              </a:ext>
            </a:extLst>
          </p:cNvPr>
          <p:cNvSpPr>
            <a:spLocks xmlns:a="http://schemas.openxmlformats.org/drawingml/2006/main" noGrp="1"/>
          </p:cNvSpPr>
          <p:nvPr/>
        </p:nvSpPr>
        <p:spPr>
          <a:xfrm xmlns:a="http://schemas.openxmlformats.org/drawingml/2006/main">
            <a:off x="609600" y="1123950"/>
            <a:ext cx="876300" cy="38100"/>
          </a:xfrm>
          <a:prstGeom xmlns:a="http://schemas.openxmlformats.org/drawingml/2006/main" prst="rect">
            <a:avLst/>
          </a:prstGeom>
          <a:solidFill xmlns:a="http://schemas.openxmlformats.org/drawingml/2006/main">
            <a:srgbClr val="769656"/>
          </a:solidFill>
          <a:ln xmlns:a="http://schemas.openxmlformats.org/drawingml/2006/main" w="0">
            <a:solidFill>
              <a:srgbClr val="769656"/>
            </a:solidFill>
            <a:prstDash val="solid"/>
          </a:ln>
        </p:spPr>
      </p:sp>
      <p:sp>
        <p:nvSpPr>
          <p:cNvPr id="5" name="">
            <a:extLst xmlns:a="http://schemas.openxmlformats.org/drawingml/2006/main">
              <a:ext uri="{FF2B5EF4-FFF2-40B4-BE49-F238E27FC236}">
                <a16:creationId xmlns:a16="http://schemas.microsoft.com/office/drawing/2014/main" id="{7E10645A-5693-4675-8ABB-80E99300ECA4}"/>
              </a:ext>
            </a:extLst>
          </p:cNvPr>
          <p:cNvSpPr>
            <a:spLocks xmlns:a="http://schemas.openxmlformats.org/drawingml/2006/main" noGrp="1"/>
          </p:cNvSpPr>
          <p:nvPr/>
        </p:nvSpPr>
        <p:spPr>
          <a:xfrm xmlns:a="http://schemas.openxmlformats.org/drawingml/2006/main">
            <a:off x="609600" y="6572250"/>
            <a:ext cx="4000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4748B"/>
                </a:solidFill>
              </a:defRPr>
            </a:pPr>
            <a:r>
              <a:rPr sz="825" b="0">
                <a:solidFill>
                  <a:srgbClr val="64748B"/>
                </a:solidFill>
              </a:rPr>
              <a:t>HCI • PA1 • Chess.com</a:t>
            </a:r>
          </a:p>
        </p:txBody>
      </p:sp>
      <p:sp>
        <p:nvSpPr>
          <p:cNvPr id="6" name="">
            <a:extLst xmlns:a="http://schemas.openxmlformats.org/drawingml/2006/main">
              <a:ext uri="{FF2B5EF4-FFF2-40B4-BE49-F238E27FC236}">
                <a16:creationId xmlns:a16="http://schemas.microsoft.com/office/drawing/2014/main" id="{B9B6EE07-7B00-451A-96FD-F8770F948A1A}"/>
              </a:ext>
            </a:extLst>
          </p:cNvPr>
          <p:cNvSpPr>
            <a:spLocks xmlns:a="http://schemas.openxmlformats.org/drawingml/2006/main" noGrp="1"/>
          </p:cNvSpPr>
          <p:nvPr/>
        </p:nvSpPr>
        <p:spPr>
          <a:xfrm xmlns:a="http://schemas.openxmlformats.org/drawingml/2006/main">
            <a:off x="10668000" y="657225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4748B"/>
                </a:solidFill>
              </a:defRPr>
            </a:pPr>
            <a:r>
              <a:rPr sz="825" b="0">
                <a:solidFill>
                  <a:srgbClr val="64748B"/>
                </a:solidFill>
              </a:rPr>
              <a:t>10 / 12</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e194f13a51fe42da"/>
          <a:stretch xmlns:a="http://schemas.openxmlformats.org/drawingml/2006/main"/>
        </p:blipFill>
        <p:spPr>
          <a:xfrm xmlns:a="http://schemas.openxmlformats.org/drawingml/2006/main">
            <a:off x="9258300" y="1466850"/>
            <a:ext cx="2057400" cy="1428750"/>
          </a:xfrm>
          <a:prstGeom xmlns:a="http://schemas.openxmlformats.org/drawingml/2006/main" prst="roundRect">
            <a:avLst>
              <a:gd name="adj" fmla="val 8000"/>
            </a:avLst>
          </a:prstGeom>
        </p:spPr>
      </p:pic>
      <p:sp>
        <p:nvSpPr>
          <p:cNvPr id="8" name="">
            <a:extLst xmlns:a="http://schemas.openxmlformats.org/drawingml/2006/main">
              <a:ext uri="{FF2B5EF4-FFF2-40B4-BE49-F238E27FC236}">
                <a16:creationId xmlns:a16="http://schemas.microsoft.com/office/drawing/2014/main" id="{5AC0F9C0-B1A9-457E-9E01-3078C9B27627}"/>
              </a:ext>
            </a:extLst>
          </p:cNvPr>
          <p:cNvSpPr>
            <a:spLocks xmlns:a="http://schemas.openxmlformats.org/drawingml/2006/main" noGrp="1"/>
          </p:cNvSpPr>
          <p:nvPr/>
        </p:nvSpPr>
        <p:spPr>
          <a:xfrm xmlns:a="http://schemas.openxmlformats.org/drawingml/2006/main">
            <a:off x="609600" y="1466850"/>
            <a:ext cx="8077200" cy="381000"/>
          </a:xfrm>
          <a:prstGeom xmlns:a="http://schemas.openxmlformats.org/drawingml/2006/main" prst="roundRect">
            <a:avLst>
              <a:gd name="adj" fmla="val 30000"/>
            </a:avLst>
          </a:prstGeom>
          <a:solidFill xmlns:a="http://schemas.openxmlformats.org/drawingml/2006/main">
            <a:srgbClr val="263A29"/>
          </a:solidFill>
          <a:ln xmlns:a="http://schemas.openxmlformats.org/drawingml/2006/main" w="9525">
            <a:solidFill>
              <a:srgbClr val="263A29"/>
            </a:solidFill>
            <a:prstDash val="solid"/>
          </a:ln>
        </p:spPr>
      </p:sp>
      <p:sp>
        <p:nvSpPr>
          <p:cNvPr id="9" name="">
            <a:extLst xmlns:a="http://schemas.openxmlformats.org/drawingml/2006/main">
              <a:ext uri="{FF2B5EF4-FFF2-40B4-BE49-F238E27FC236}">
                <a16:creationId xmlns:a16="http://schemas.microsoft.com/office/drawing/2014/main" id="{720BB5B6-CF56-4C97-8186-8C0CE088F624}"/>
              </a:ext>
            </a:extLst>
          </p:cNvPr>
          <p:cNvSpPr>
            <a:spLocks xmlns:a="http://schemas.openxmlformats.org/drawingml/2006/main" noGrp="1"/>
          </p:cNvSpPr>
          <p:nvPr/>
        </p:nvSpPr>
        <p:spPr>
          <a:xfrm xmlns:a="http://schemas.openxmlformats.org/drawingml/2006/main">
            <a:off x="685800" y="1504950"/>
            <a:ext cx="14192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Khó khăn</a:t>
            </a:r>
          </a:p>
        </p:txBody>
      </p:sp>
      <p:sp>
        <p:nvSpPr>
          <p:cNvPr id="10" name="">
            <a:extLst xmlns:a="http://schemas.openxmlformats.org/drawingml/2006/main">
              <a:ext uri="{FF2B5EF4-FFF2-40B4-BE49-F238E27FC236}">
                <a16:creationId xmlns:a16="http://schemas.microsoft.com/office/drawing/2014/main" id="{EF243CBF-E943-43E8-9474-77857C334D0F}"/>
              </a:ext>
            </a:extLst>
          </p:cNvPr>
          <p:cNvSpPr>
            <a:spLocks xmlns:a="http://schemas.openxmlformats.org/drawingml/2006/main" noGrp="1"/>
          </p:cNvSpPr>
          <p:nvPr/>
        </p:nvSpPr>
        <p:spPr>
          <a:xfrm xmlns:a="http://schemas.openxmlformats.org/drawingml/2006/main">
            <a:off x="2257425" y="1504950"/>
            <a:ext cx="15144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UI liên quan</a:t>
            </a:r>
          </a:p>
        </p:txBody>
      </p:sp>
      <p:sp>
        <p:nvSpPr>
          <p:cNvPr id="11" name="">
            <a:extLst xmlns:a="http://schemas.openxmlformats.org/drawingml/2006/main">
              <a:ext uri="{FF2B5EF4-FFF2-40B4-BE49-F238E27FC236}">
                <a16:creationId xmlns:a16="http://schemas.microsoft.com/office/drawing/2014/main" id="{7B1050CB-93A6-4551-A01C-F17E376E380D}"/>
              </a:ext>
            </a:extLst>
          </p:cNvPr>
          <p:cNvSpPr>
            <a:spLocks xmlns:a="http://schemas.openxmlformats.org/drawingml/2006/main" noGrp="1"/>
          </p:cNvSpPr>
          <p:nvPr/>
        </p:nvSpPr>
        <p:spPr>
          <a:xfrm xmlns:a="http://schemas.openxmlformats.org/drawingml/2006/main">
            <a:off x="3924300" y="1504950"/>
            <a:ext cx="146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HCI bị ảnh hưởng</a:t>
            </a:r>
          </a:p>
        </p:txBody>
      </p:sp>
      <p:sp>
        <p:nvSpPr>
          <p:cNvPr id="12" name="">
            <a:extLst xmlns:a="http://schemas.openxmlformats.org/drawingml/2006/main">
              <a:ext uri="{FF2B5EF4-FFF2-40B4-BE49-F238E27FC236}">
                <a16:creationId xmlns:a16="http://schemas.microsoft.com/office/drawing/2014/main" id="{62EA4186-1BCB-480B-99B7-C4922878AD2B}"/>
              </a:ext>
            </a:extLst>
          </p:cNvPr>
          <p:cNvSpPr>
            <a:spLocks xmlns:a="http://schemas.openxmlformats.org/drawingml/2006/main" noGrp="1"/>
          </p:cNvSpPr>
          <p:nvPr/>
        </p:nvSpPr>
        <p:spPr>
          <a:xfrm xmlns:a="http://schemas.openxmlformats.org/drawingml/2006/main">
            <a:off x="5543550" y="1504950"/>
            <a:ext cx="15144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Hậu quả</a:t>
            </a:r>
          </a:p>
        </p:txBody>
      </p:sp>
      <p:sp>
        <p:nvSpPr>
          <p:cNvPr id="13" name="">
            <a:extLst xmlns:a="http://schemas.openxmlformats.org/drawingml/2006/main">
              <a:ext uri="{FF2B5EF4-FFF2-40B4-BE49-F238E27FC236}">
                <a16:creationId xmlns:a16="http://schemas.microsoft.com/office/drawing/2014/main" id="{538700AD-EEB0-4EC7-A37E-61A6A6D8CF09}"/>
              </a:ext>
            </a:extLst>
          </p:cNvPr>
          <p:cNvSpPr>
            <a:spLocks xmlns:a="http://schemas.openxmlformats.org/drawingml/2006/main" noGrp="1"/>
          </p:cNvSpPr>
          <p:nvPr/>
        </p:nvSpPr>
        <p:spPr>
          <a:xfrm xmlns:a="http://schemas.openxmlformats.org/drawingml/2006/main">
            <a:off x="7210425" y="1504950"/>
            <a:ext cx="14001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Mức độ</a:t>
            </a:r>
          </a:p>
        </p:txBody>
      </p:sp>
      <p:sp>
        <p:nvSpPr>
          <p:cNvPr id="14" name="">
            <a:extLst xmlns:a="http://schemas.openxmlformats.org/drawingml/2006/main">
              <a:ext uri="{FF2B5EF4-FFF2-40B4-BE49-F238E27FC236}">
                <a16:creationId xmlns:a16="http://schemas.microsoft.com/office/drawing/2014/main" id="{B363FDBF-C2A0-4821-9EA6-1E0154B49DF6}"/>
              </a:ext>
            </a:extLst>
          </p:cNvPr>
          <p:cNvSpPr>
            <a:spLocks xmlns:a="http://schemas.openxmlformats.org/drawingml/2006/main" noGrp="1"/>
          </p:cNvSpPr>
          <p:nvPr/>
        </p:nvSpPr>
        <p:spPr>
          <a:xfrm xmlns:a="http://schemas.openxmlformats.org/drawingml/2006/main">
            <a:off x="609600" y="1905000"/>
            <a:ext cx="80772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9525">
            <a:solidFill>
              <a:srgbClr val="EEF4E8"/>
            </a:solidFill>
            <a:prstDash val="solid"/>
          </a:ln>
        </p:spPr>
      </p:sp>
      <p:sp>
        <p:nvSpPr>
          <p:cNvPr id="15" name="">
            <a:extLst xmlns:a="http://schemas.openxmlformats.org/drawingml/2006/main">
              <a:ext uri="{FF2B5EF4-FFF2-40B4-BE49-F238E27FC236}">
                <a16:creationId xmlns:a16="http://schemas.microsoft.com/office/drawing/2014/main" id="{83E2704B-AA31-467B-9686-438DA5501D2F}"/>
              </a:ext>
            </a:extLst>
          </p:cNvPr>
          <p:cNvSpPr>
            <a:spLocks xmlns:a="http://schemas.openxmlformats.org/drawingml/2006/main" noGrp="1"/>
          </p:cNvSpPr>
          <p:nvPr/>
        </p:nvSpPr>
        <p:spPr>
          <a:xfrm xmlns:a="http://schemas.openxmlformats.org/drawingml/2006/main">
            <a:off x="685800" y="1952625"/>
            <a:ext cx="14192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263A29"/>
                </a:solidFill>
              </a:defRPr>
            </a:pPr>
            <a:r>
              <a:rPr sz="1013" b="1">
                <a:solidFill>
                  <a:srgbClr val="263A29"/>
                </a:solidFill>
              </a:rPr>
              <a:t>Nhiều tính năng cho beginner</a:t>
            </a:r>
          </a:p>
        </p:txBody>
      </p:sp>
      <p:sp>
        <p:nvSpPr>
          <p:cNvPr id="16" name="">
            <a:extLst xmlns:a="http://schemas.openxmlformats.org/drawingml/2006/main">
              <a:ext uri="{FF2B5EF4-FFF2-40B4-BE49-F238E27FC236}">
                <a16:creationId xmlns:a16="http://schemas.microsoft.com/office/drawing/2014/main" id="{2C94F60E-62A0-4BAB-80DA-F43C84F1D4C4}"/>
              </a:ext>
            </a:extLst>
          </p:cNvPr>
          <p:cNvSpPr>
            <a:spLocks xmlns:a="http://schemas.openxmlformats.org/drawingml/2006/main" noGrp="1"/>
          </p:cNvSpPr>
          <p:nvPr/>
        </p:nvSpPr>
        <p:spPr>
          <a:xfrm xmlns:a="http://schemas.openxmlformats.org/drawingml/2006/main">
            <a:off x="2257425" y="1952625"/>
            <a:ext cx="15144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Nav Play/Learn/Puzzles/Watch</a:t>
            </a:r>
          </a:p>
        </p:txBody>
      </p:sp>
      <p:sp>
        <p:nvSpPr>
          <p:cNvPr id="17" name="">
            <a:extLst xmlns:a="http://schemas.openxmlformats.org/drawingml/2006/main">
              <a:ext uri="{FF2B5EF4-FFF2-40B4-BE49-F238E27FC236}">
                <a16:creationId xmlns:a16="http://schemas.microsoft.com/office/drawing/2014/main" id="{D22D8D11-36E3-498C-81F7-024180666A4E}"/>
              </a:ext>
            </a:extLst>
          </p:cNvPr>
          <p:cNvSpPr>
            <a:spLocks xmlns:a="http://schemas.openxmlformats.org/drawingml/2006/main" noGrp="1"/>
          </p:cNvSpPr>
          <p:nvPr/>
        </p:nvSpPr>
        <p:spPr>
          <a:xfrm xmlns:a="http://schemas.openxmlformats.org/drawingml/2006/main">
            <a:off x="3924300" y="1952625"/>
            <a:ext cx="1466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Cognitive load</a:t>
            </a:r>
          </a:p>
        </p:txBody>
      </p:sp>
      <p:sp>
        <p:nvSpPr>
          <p:cNvPr id="18" name="">
            <a:extLst xmlns:a="http://schemas.openxmlformats.org/drawingml/2006/main">
              <a:ext uri="{FF2B5EF4-FFF2-40B4-BE49-F238E27FC236}">
                <a16:creationId xmlns:a16="http://schemas.microsoft.com/office/drawing/2014/main" id="{EE9F61DA-CA9A-4962-8F10-821AE6026859}"/>
              </a:ext>
            </a:extLst>
          </p:cNvPr>
          <p:cNvSpPr>
            <a:spLocks xmlns:a="http://schemas.openxmlformats.org/drawingml/2006/main" noGrp="1"/>
          </p:cNvSpPr>
          <p:nvPr/>
        </p:nvSpPr>
        <p:spPr>
          <a:xfrm xmlns:a="http://schemas.openxmlformats.org/drawingml/2006/main">
            <a:off x="5543550" y="1952625"/>
            <a:ext cx="15144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Không biết bắt đầu</a:t>
            </a:r>
          </a:p>
        </p:txBody>
      </p:sp>
      <p:sp>
        <p:nvSpPr>
          <p:cNvPr id="19" name="">
            <a:extLst xmlns:a="http://schemas.openxmlformats.org/drawingml/2006/main">
              <a:ext uri="{FF2B5EF4-FFF2-40B4-BE49-F238E27FC236}">
                <a16:creationId xmlns:a16="http://schemas.microsoft.com/office/drawing/2014/main" id="{34886121-624E-4182-92E2-244D23E1D5D1}"/>
              </a:ext>
            </a:extLst>
          </p:cNvPr>
          <p:cNvSpPr>
            <a:spLocks xmlns:a="http://schemas.openxmlformats.org/drawingml/2006/main" noGrp="1"/>
          </p:cNvSpPr>
          <p:nvPr/>
        </p:nvSpPr>
        <p:spPr>
          <a:xfrm xmlns:a="http://schemas.openxmlformats.org/drawingml/2006/main">
            <a:off x="7210425" y="1952625"/>
            <a:ext cx="14001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Cao</a:t>
            </a:r>
          </a:p>
        </p:txBody>
      </p:sp>
      <p:sp>
        <p:nvSpPr>
          <p:cNvPr id="20" name="">
            <a:extLst xmlns:a="http://schemas.openxmlformats.org/drawingml/2006/main">
              <a:ext uri="{FF2B5EF4-FFF2-40B4-BE49-F238E27FC236}">
                <a16:creationId xmlns:a16="http://schemas.microsoft.com/office/drawing/2014/main" id="{B2BEE935-EC7F-45D6-A2DB-441D068EC5E8}"/>
              </a:ext>
            </a:extLst>
          </p:cNvPr>
          <p:cNvSpPr>
            <a:spLocks xmlns:a="http://schemas.openxmlformats.org/drawingml/2006/main" noGrp="1"/>
          </p:cNvSpPr>
          <p:nvPr/>
        </p:nvSpPr>
        <p:spPr>
          <a:xfrm xmlns:a="http://schemas.openxmlformats.org/drawingml/2006/main">
            <a:off x="609600" y="2628900"/>
            <a:ext cx="8077200" cy="666750"/>
          </a:xfrm>
          <a:prstGeom xmlns:a="http://schemas.openxmlformats.org/drawingml/2006/main" prst="roundRect">
            <a:avLst>
              <a:gd name="adj" fmla="val 17143"/>
            </a:avLst>
          </a:prstGeom>
          <a:solidFill xmlns:a="http://schemas.openxmlformats.org/drawingml/2006/main">
            <a:srgbClr val="EEF4E8"/>
          </a:solidFill>
          <a:ln xmlns:a="http://schemas.openxmlformats.org/drawingml/2006/main" w="9525">
            <a:solidFill>
              <a:srgbClr val="EEF4E8"/>
            </a:solidFill>
            <a:prstDash val="solid"/>
          </a:ln>
        </p:spPr>
      </p:sp>
      <p:sp>
        <p:nvSpPr>
          <p:cNvPr id="21" name="">
            <a:extLst xmlns:a="http://schemas.openxmlformats.org/drawingml/2006/main">
              <a:ext uri="{FF2B5EF4-FFF2-40B4-BE49-F238E27FC236}">
                <a16:creationId xmlns:a16="http://schemas.microsoft.com/office/drawing/2014/main" id="{507F3612-FFF8-4DEB-B0BC-5F737D7753C2}"/>
              </a:ext>
            </a:extLst>
          </p:cNvPr>
          <p:cNvSpPr>
            <a:spLocks xmlns:a="http://schemas.openxmlformats.org/drawingml/2006/main" noGrp="1"/>
          </p:cNvSpPr>
          <p:nvPr/>
        </p:nvSpPr>
        <p:spPr>
          <a:xfrm xmlns:a="http://schemas.openxmlformats.org/drawingml/2006/main">
            <a:off x="685800" y="2676525"/>
            <a:ext cx="14192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263A29"/>
                </a:solidFill>
              </a:defRPr>
            </a:pPr>
            <a:r>
              <a:rPr sz="1013" b="1">
                <a:solidFill>
                  <a:srgbClr val="263A29"/>
                </a:solidFill>
              </a:rPr>
              <a:t>Analysis quá dày</a:t>
            </a:r>
          </a:p>
        </p:txBody>
      </p:sp>
      <p:sp>
        <p:nvSpPr>
          <p:cNvPr id="22" name="">
            <a:extLst xmlns:a="http://schemas.openxmlformats.org/drawingml/2006/main">
              <a:ext uri="{FF2B5EF4-FFF2-40B4-BE49-F238E27FC236}">
                <a16:creationId xmlns:a16="http://schemas.microsoft.com/office/drawing/2014/main" id="{8B49CA1E-F31A-4D0E-A615-02AFEE28FEC9}"/>
              </a:ext>
            </a:extLst>
          </p:cNvPr>
          <p:cNvSpPr>
            <a:spLocks xmlns:a="http://schemas.openxmlformats.org/drawingml/2006/main" noGrp="1"/>
          </p:cNvSpPr>
          <p:nvPr/>
        </p:nvSpPr>
        <p:spPr>
          <a:xfrm xmlns:a="http://schemas.openxmlformats.org/drawingml/2006/main">
            <a:off x="2257425" y="2676525"/>
            <a:ext cx="15144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Chart, labels, engine lines</a:t>
            </a:r>
          </a:p>
        </p:txBody>
      </p:sp>
      <p:sp>
        <p:nvSpPr>
          <p:cNvPr id="23" name="">
            <a:extLst xmlns:a="http://schemas.openxmlformats.org/drawingml/2006/main">
              <a:ext uri="{FF2B5EF4-FFF2-40B4-BE49-F238E27FC236}">
                <a16:creationId xmlns:a16="http://schemas.microsoft.com/office/drawing/2014/main" id="{718414DC-4B31-4B27-9AF2-DBB55FE0D372}"/>
              </a:ext>
            </a:extLst>
          </p:cNvPr>
          <p:cNvSpPr>
            <a:spLocks xmlns:a="http://schemas.openxmlformats.org/drawingml/2006/main" noGrp="1"/>
          </p:cNvSpPr>
          <p:nvPr/>
        </p:nvSpPr>
        <p:spPr>
          <a:xfrm xmlns:a="http://schemas.openxmlformats.org/drawingml/2006/main">
            <a:off x="3924300" y="2676525"/>
            <a:ext cx="1466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Cognitive load</a:t>
            </a:r>
          </a:p>
        </p:txBody>
      </p:sp>
      <p:sp>
        <p:nvSpPr>
          <p:cNvPr id="24" name="">
            <a:extLst xmlns:a="http://schemas.openxmlformats.org/drawingml/2006/main">
              <a:ext uri="{FF2B5EF4-FFF2-40B4-BE49-F238E27FC236}">
                <a16:creationId xmlns:a16="http://schemas.microsoft.com/office/drawing/2014/main" id="{41CF39DA-2B5B-4618-A9F8-B2B380D4C1F7}"/>
              </a:ext>
            </a:extLst>
          </p:cNvPr>
          <p:cNvSpPr>
            <a:spLocks xmlns:a="http://schemas.openxmlformats.org/drawingml/2006/main" noGrp="1"/>
          </p:cNvSpPr>
          <p:nvPr/>
        </p:nvSpPr>
        <p:spPr>
          <a:xfrm xmlns:a="http://schemas.openxmlformats.org/drawingml/2006/main">
            <a:off x="5543550" y="2676525"/>
            <a:ext cx="15144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Khó thấy lỗi chính</a:t>
            </a:r>
          </a:p>
        </p:txBody>
      </p:sp>
      <p:sp>
        <p:nvSpPr>
          <p:cNvPr id="25" name="">
            <a:extLst xmlns:a="http://schemas.openxmlformats.org/drawingml/2006/main">
              <a:ext uri="{FF2B5EF4-FFF2-40B4-BE49-F238E27FC236}">
                <a16:creationId xmlns:a16="http://schemas.microsoft.com/office/drawing/2014/main" id="{4F7962F3-6CE7-4C67-A65D-80DA5BA5003D}"/>
              </a:ext>
            </a:extLst>
          </p:cNvPr>
          <p:cNvSpPr>
            <a:spLocks xmlns:a="http://schemas.openxmlformats.org/drawingml/2006/main" noGrp="1"/>
          </p:cNvSpPr>
          <p:nvPr/>
        </p:nvSpPr>
        <p:spPr>
          <a:xfrm xmlns:a="http://schemas.openxmlformats.org/drawingml/2006/main">
            <a:off x="7210425" y="2676525"/>
            <a:ext cx="14001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Cao</a:t>
            </a:r>
          </a:p>
        </p:txBody>
      </p:sp>
      <p:sp>
        <p:nvSpPr>
          <p:cNvPr id="26" name="">
            <a:extLst xmlns:a="http://schemas.openxmlformats.org/drawingml/2006/main">
              <a:ext uri="{FF2B5EF4-FFF2-40B4-BE49-F238E27FC236}">
                <a16:creationId xmlns:a16="http://schemas.microsoft.com/office/drawing/2014/main" id="{10BFF1F5-497F-493D-B172-8B80F98DDCC4}"/>
              </a:ext>
            </a:extLst>
          </p:cNvPr>
          <p:cNvSpPr>
            <a:spLocks xmlns:a="http://schemas.openxmlformats.org/drawingml/2006/main" noGrp="1"/>
          </p:cNvSpPr>
          <p:nvPr/>
        </p:nvSpPr>
        <p:spPr>
          <a:xfrm xmlns:a="http://schemas.openxmlformats.org/drawingml/2006/main">
            <a:off x="609600" y="3352800"/>
            <a:ext cx="80772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9525">
            <a:solidFill>
              <a:srgbClr val="EEF4E8"/>
            </a:solidFill>
            <a:prstDash val="solid"/>
          </a:ln>
        </p:spPr>
      </p:sp>
      <p:sp>
        <p:nvSpPr>
          <p:cNvPr id="27" name="">
            <a:extLst xmlns:a="http://schemas.openxmlformats.org/drawingml/2006/main">
              <a:ext uri="{FF2B5EF4-FFF2-40B4-BE49-F238E27FC236}">
                <a16:creationId xmlns:a16="http://schemas.microsoft.com/office/drawing/2014/main" id="{3F17BD5E-31C4-4161-AD05-E236F13C7E4D}"/>
              </a:ext>
            </a:extLst>
          </p:cNvPr>
          <p:cNvSpPr>
            <a:spLocks xmlns:a="http://schemas.openxmlformats.org/drawingml/2006/main" noGrp="1"/>
          </p:cNvSpPr>
          <p:nvPr/>
        </p:nvSpPr>
        <p:spPr>
          <a:xfrm xmlns:a="http://schemas.openxmlformats.org/drawingml/2006/main">
            <a:off x="685800" y="3400425"/>
            <a:ext cx="14192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263A29"/>
                </a:solidFill>
              </a:defRPr>
            </a:pPr>
            <a:r>
              <a:rPr sz="1013" b="1">
                <a:solidFill>
                  <a:srgbClr val="263A29"/>
                </a:solidFill>
              </a:rPr>
              <a:t>Premium gating</a:t>
            </a:r>
          </a:p>
        </p:txBody>
      </p:sp>
      <p:sp>
        <p:nvSpPr>
          <p:cNvPr id="28" name="">
            <a:extLst xmlns:a="http://schemas.openxmlformats.org/drawingml/2006/main">
              <a:ext uri="{FF2B5EF4-FFF2-40B4-BE49-F238E27FC236}">
                <a16:creationId xmlns:a16="http://schemas.microsoft.com/office/drawing/2014/main" id="{283E1942-197A-4881-B88A-4636BE5CDBFD}"/>
              </a:ext>
            </a:extLst>
          </p:cNvPr>
          <p:cNvSpPr>
            <a:spLocks xmlns:a="http://schemas.openxmlformats.org/drawingml/2006/main" noGrp="1"/>
          </p:cNvSpPr>
          <p:nvPr/>
        </p:nvSpPr>
        <p:spPr>
          <a:xfrm xmlns:a="http://schemas.openxmlformats.org/drawingml/2006/main">
            <a:off x="2257425" y="3400425"/>
            <a:ext cx="15144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Prompt/khóa nội dung</a:t>
            </a:r>
          </a:p>
        </p:txBody>
      </p:sp>
      <p:sp>
        <p:nvSpPr>
          <p:cNvPr id="29" name="">
            <a:extLst xmlns:a="http://schemas.openxmlformats.org/drawingml/2006/main">
              <a:ext uri="{FF2B5EF4-FFF2-40B4-BE49-F238E27FC236}">
                <a16:creationId xmlns:a16="http://schemas.microsoft.com/office/drawing/2014/main" id="{40259BE4-142A-4EAC-BFB0-9BEDDC1F989D}"/>
              </a:ext>
            </a:extLst>
          </p:cNvPr>
          <p:cNvSpPr>
            <a:spLocks xmlns:a="http://schemas.openxmlformats.org/drawingml/2006/main" noGrp="1"/>
          </p:cNvSpPr>
          <p:nvPr/>
        </p:nvSpPr>
        <p:spPr>
          <a:xfrm xmlns:a="http://schemas.openxmlformats.org/drawingml/2006/main">
            <a:off x="3924300" y="3400425"/>
            <a:ext cx="1466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Feedback + continuity</a:t>
            </a:r>
          </a:p>
        </p:txBody>
      </p:sp>
      <p:sp>
        <p:nvSpPr>
          <p:cNvPr id="30" name="">
            <a:extLst xmlns:a="http://schemas.openxmlformats.org/drawingml/2006/main">
              <a:ext uri="{FF2B5EF4-FFF2-40B4-BE49-F238E27FC236}">
                <a16:creationId xmlns:a16="http://schemas.microsoft.com/office/drawing/2014/main" id="{04F9E49C-5431-4835-B7A5-C685EEC2D949}"/>
              </a:ext>
            </a:extLst>
          </p:cNvPr>
          <p:cNvSpPr>
            <a:spLocks xmlns:a="http://schemas.openxmlformats.org/drawingml/2006/main" noGrp="1"/>
          </p:cNvSpPr>
          <p:nvPr/>
        </p:nvSpPr>
        <p:spPr>
          <a:xfrm xmlns:a="http://schemas.openxmlformats.org/drawingml/2006/main">
            <a:off x="5543550" y="3400425"/>
            <a:ext cx="15144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Gián đoạn học</a:t>
            </a:r>
          </a:p>
        </p:txBody>
      </p:sp>
      <p:sp>
        <p:nvSpPr>
          <p:cNvPr id="31" name="">
            <a:extLst xmlns:a="http://schemas.openxmlformats.org/drawingml/2006/main">
              <a:ext uri="{FF2B5EF4-FFF2-40B4-BE49-F238E27FC236}">
                <a16:creationId xmlns:a16="http://schemas.microsoft.com/office/drawing/2014/main" id="{F8E3BE70-C634-41B8-8E0D-E4B3E6890AE5}"/>
              </a:ext>
            </a:extLst>
          </p:cNvPr>
          <p:cNvSpPr>
            <a:spLocks xmlns:a="http://schemas.openxmlformats.org/drawingml/2006/main" noGrp="1"/>
          </p:cNvSpPr>
          <p:nvPr/>
        </p:nvSpPr>
        <p:spPr>
          <a:xfrm xmlns:a="http://schemas.openxmlformats.org/drawingml/2006/main">
            <a:off x="7210425" y="3400425"/>
            <a:ext cx="14001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Cao</a:t>
            </a:r>
          </a:p>
        </p:txBody>
      </p:sp>
      <p:sp>
        <p:nvSpPr>
          <p:cNvPr id="32" name="">
            <a:extLst xmlns:a="http://schemas.openxmlformats.org/drawingml/2006/main">
              <a:ext uri="{FF2B5EF4-FFF2-40B4-BE49-F238E27FC236}">
                <a16:creationId xmlns:a16="http://schemas.microsoft.com/office/drawing/2014/main" id="{507FE0B0-9BCC-4C09-A7B7-03F4D66E535A}"/>
              </a:ext>
            </a:extLst>
          </p:cNvPr>
          <p:cNvSpPr>
            <a:spLocks xmlns:a="http://schemas.openxmlformats.org/drawingml/2006/main" noGrp="1"/>
          </p:cNvSpPr>
          <p:nvPr/>
        </p:nvSpPr>
        <p:spPr>
          <a:xfrm xmlns:a="http://schemas.openxmlformats.org/drawingml/2006/main">
            <a:off x="609600" y="4076700"/>
            <a:ext cx="8077200" cy="666750"/>
          </a:xfrm>
          <a:prstGeom xmlns:a="http://schemas.openxmlformats.org/drawingml/2006/main" prst="roundRect">
            <a:avLst>
              <a:gd name="adj" fmla="val 17143"/>
            </a:avLst>
          </a:prstGeom>
          <a:solidFill xmlns:a="http://schemas.openxmlformats.org/drawingml/2006/main">
            <a:srgbClr val="EEF4E8"/>
          </a:solidFill>
          <a:ln xmlns:a="http://schemas.openxmlformats.org/drawingml/2006/main" w="9525">
            <a:solidFill>
              <a:srgbClr val="EEF4E8"/>
            </a:solidFill>
            <a:prstDash val="solid"/>
          </a:ln>
        </p:spPr>
      </p:sp>
      <p:sp>
        <p:nvSpPr>
          <p:cNvPr id="33" name="">
            <a:extLst xmlns:a="http://schemas.openxmlformats.org/drawingml/2006/main">
              <a:ext uri="{FF2B5EF4-FFF2-40B4-BE49-F238E27FC236}">
                <a16:creationId xmlns:a16="http://schemas.microsoft.com/office/drawing/2014/main" id="{D6F6F0E8-C5CB-4EBB-A688-F9487F3CC6FC}"/>
              </a:ext>
            </a:extLst>
          </p:cNvPr>
          <p:cNvSpPr>
            <a:spLocks xmlns:a="http://schemas.openxmlformats.org/drawingml/2006/main" noGrp="1"/>
          </p:cNvSpPr>
          <p:nvPr/>
        </p:nvSpPr>
        <p:spPr>
          <a:xfrm xmlns:a="http://schemas.openxmlformats.org/drawingml/2006/main">
            <a:off x="685800" y="4124325"/>
            <a:ext cx="14192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263A29"/>
                </a:solidFill>
              </a:defRPr>
            </a:pPr>
            <a:r>
              <a:rPr sz="1013" b="1">
                <a:solidFill>
                  <a:srgbClr val="263A29"/>
                </a:solidFill>
              </a:rPr>
              <a:t>Premove có rủi ro</a:t>
            </a:r>
          </a:p>
        </p:txBody>
      </p:sp>
      <p:sp>
        <p:nvSpPr>
          <p:cNvPr id="34" name="">
            <a:extLst xmlns:a="http://schemas.openxmlformats.org/drawingml/2006/main">
              <a:ext uri="{FF2B5EF4-FFF2-40B4-BE49-F238E27FC236}">
                <a16:creationId xmlns:a16="http://schemas.microsoft.com/office/drawing/2014/main" id="{7CFBDF3E-A56F-45A3-9E34-D68DF0D0F4DE}"/>
              </a:ext>
            </a:extLst>
          </p:cNvPr>
          <p:cNvSpPr>
            <a:spLocks xmlns:a="http://schemas.openxmlformats.org/drawingml/2006/main" noGrp="1"/>
          </p:cNvSpPr>
          <p:nvPr/>
        </p:nvSpPr>
        <p:spPr>
          <a:xfrm xmlns:a="http://schemas.openxmlformats.org/drawingml/2006/main">
            <a:off x="2257425" y="4124325"/>
            <a:ext cx="15144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Queue nước đi</a:t>
            </a:r>
          </a:p>
        </p:txBody>
      </p:sp>
      <p:sp>
        <p:nvSpPr>
          <p:cNvPr id="35" name="">
            <a:extLst xmlns:a="http://schemas.openxmlformats.org/drawingml/2006/main">
              <a:ext uri="{FF2B5EF4-FFF2-40B4-BE49-F238E27FC236}">
                <a16:creationId xmlns:a16="http://schemas.microsoft.com/office/drawing/2014/main" id="{B765F76E-8B4D-4A49-8A52-3C3662872393}"/>
              </a:ext>
            </a:extLst>
          </p:cNvPr>
          <p:cNvSpPr>
            <a:spLocks xmlns:a="http://schemas.openxmlformats.org/drawingml/2006/main" noGrp="1"/>
          </p:cNvSpPr>
          <p:nvPr/>
        </p:nvSpPr>
        <p:spPr>
          <a:xfrm xmlns:a="http://schemas.openxmlformats.org/drawingml/2006/main">
            <a:off x="3924300" y="4124325"/>
            <a:ext cx="1466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Error prevention</a:t>
            </a:r>
          </a:p>
        </p:txBody>
      </p:sp>
      <p:sp>
        <p:nvSpPr>
          <p:cNvPr id="36" name="">
            <a:extLst xmlns:a="http://schemas.openxmlformats.org/drawingml/2006/main">
              <a:ext uri="{FF2B5EF4-FFF2-40B4-BE49-F238E27FC236}">
                <a16:creationId xmlns:a16="http://schemas.microsoft.com/office/drawing/2014/main" id="{D345AAE8-ECBF-4DC3-BE5B-0656DD98CC43}"/>
              </a:ext>
            </a:extLst>
          </p:cNvPr>
          <p:cNvSpPr>
            <a:spLocks xmlns:a="http://schemas.openxmlformats.org/drawingml/2006/main" noGrp="1"/>
          </p:cNvSpPr>
          <p:nvPr/>
        </p:nvSpPr>
        <p:spPr>
          <a:xfrm xmlns:a="http://schemas.openxmlformats.org/drawingml/2006/main">
            <a:off x="5543550" y="4124325"/>
            <a:ext cx="15144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Nước hợp lệ thành yếu</a:t>
            </a:r>
          </a:p>
        </p:txBody>
      </p:sp>
      <p:sp>
        <p:nvSpPr>
          <p:cNvPr id="37" name="">
            <a:extLst xmlns:a="http://schemas.openxmlformats.org/drawingml/2006/main">
              <a:ext uri="{FF2B5EF4-FFF2-40B4-BE49-F238E27FC236}">
                <a16:creationId xmlns:a16="http://schemas.microsoft.com/office/drawing/2014/main" id="{613E4328-DC94-44AF-BDFD-79F1D8D712AB}"/>
              </a:ext>
            </a:extLst>
          </p:cNvPr>
          <p:cNvSpPr>
            <a:spLocks xmlns:a="http://schemas.openxmlformats.org/drawingml/2006/main" noGrp="1"/>
          </p:cNvSpPr>
          <p:nvPr/>
        </p:nvSpPr>
        <p:spPr>
          <a:xfrm xmlns:a="http://schemas.openxmlformats.org/drawingml/2006/main">
            <a:off x="7210425" y="4124325"/>
            <a:ext cx="14001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Cao</a:t>
            </a:r>
          </a:p>
        </p:txBody>
      </p:sp>
      <p:sp>
        <p:nvSpPr>
          <p:cNvPr id="38" name="">
            <a:extLst xmlns:a="http://schemas.openxmlformats.org/drawingml/2006/main">
              <a:ext uri="{FF2B5EF4-FFF2-40B4-BE49-F238E27FC236}">
                <a16:creationId xmlns:a16="http://schemas.microsoft.com/office/drawing/2014/main" id="{F51C9B1B-B113-464B-8504-7B4DB0F660DF}"/>
              </a:ext>
            </a:extLst>
          </p:cNvPr>
          <p:cNvSpPr>
            <a:spLocks xmlns:a="http://schemas.openxmlformats.org/drawingml/2006/main" noGrp="1"/>
          </p:cNvSpPr>
          <p:nvPr/>
        </p:nvSpPr>
        <p:spPr>
          <a:xfrm xmlns:a="http://schemas.openxmlformats.org/drawingml/2006/main">
            <a:off x="609600" y="4800600"/>
            <a:ext cx="80772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9525">
            <a:solidFill>
              <a:srgbClr val="EEF4E8"/>
            </a:solidFill>
            <a:prstDash val="solid"/>
          </a:ln>
        </p:spPr>
      </p:sp>
      <p:sp>
        <p:nvSpPr>
          <p:cNvPr id="39" name="">
            <a:extLst xmlns:a="http://schemas.openxmlformats.org/drawingml/2006/main">
              <a:ext uri="{FF2B5EF4-FFF2-40B4-BE49-F238E27FC236}">
                <a16:creationId xmlns:a16="http://schemas.microsoft.com/office/drawing/2014/main" id="{427C6A61-DD1A-42B6-8AAD-A2FE886C7FAC}"/>
              </a:ext>
            </a:extLst>
          </p:cNvPr>
          <p:cNvSpPr>
            <a:spLocks xmlns:a="http://schemas.openxmlformats.org/drawingml/2006/main" noGrp="1"/>
          </p:cNvSpPr>
          <p:nvPr/>
        </p:nvSpPr>
        <p:spPr>
          <a:xfrm xmlns:a="http://schemas.openxmlformats.org/drawingml/2006/main">
            <a:off x="685800" y="4848225"/>
            <a:ext cx="14192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263A29"/>
                </a:solidFill>
              </a:defRPr>
            </a:pPr>
            <a:r>
              <a:rPr sz="1013" b="1">
                <a:solidFill>
                  <a:srgbClr val="263A29"/>
                </a:solidFill>
              </a:rPr>
              <a:t>Focus Mode khó tìm</a:t>
            </a:r>
          </a:p>
        </p:txBody>
      </p:sp>
      <p:sp>
        <p:nvSpPr>
          <p:cNvPr id="40" name="">
            <a:extLst xmlns:a="http://schemas.openxmlformats.org/drawingml/2006/main">
              <a:ext uri="{FF2B5EF4-FFF2-40B4-BE49-F238E27FC236}">
                <a16:creationId xmlns:a16="http://schemas.microsoft.com/office/drawing/2014/main" id="{6EAC8D33-819C-4004-A69C-1C229223D788}"/>
              </a:ext>
            </a:extLst>
          </p:cNvPr>
          <p:cNvSpPr>
            <a:spLocks xmlns:a="http://schemas.openxmlformats.org/drawingml/2006/main" noGrp="1"/>
          </p:cNvSpPr>
          <p:nvPr/>
        </p:nvSpPr>
        <p:spPr>
          <a:xfrm xmlns:a="http://schemas.openxmlformats.org/drawingml/2006/main">
            <a:off x="2257425" y="4848225"/>
            <a:ext cx="15144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Control ẩn</a:t>
            </a:r>
          </a:p>
        </p:txBody>
      </p:sp>
      <p:sp>
        <p:nvSpPr>
          <p:cNvPr id="41" name="">
            <a:extLst xmlns:a="http://schemas.openxmlformats.org/drawingml/2006/main">
              <a:ext uri="{FF2B5EF4-FFF2-40B4-BE49-F238E27FC236}">
                <a16:creationId xmlns:a16="http://schemas.microsoft.com/office/drawing/2014/main" id="{3A9C89E0-4576-486D-8C3F-F4D734C5EE11}"/>
              </a:ext>
            </a:extLst>
          </p:cNvPr>
          <p:cNvSpPr>
            <a:spLocks xmlns:a="http://schemas.openxmlformats.org/drawingml/2006/main" noGrp="1"/>
          </p:cNvSpPr>
          <p:nvPr/>
        </p:nvSpPr>
        <p:spPr>
          <a:xfrm xmlns:a="http://schemas.openxmlformats.org/drawingml/2006/main">
            <a:off x="3924300" y="4848225"/>
            <a:ext cx="1466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Visibility</a:t>
            </a:r>
          </a:p>
        </p:txBody>
      </p:sp>
      <p:sp>
        <p:nvSpPr>
          <p:cNvPr id="42" name="">
            <a:extLst xmlns:a="http://schemas.openxmlformats.org/drawingml/2006/main">
              <a:ext uri="{FF2B5EF4-FFF2-40B4-BE49-F238E27FC236}">
                <a16:creationId xmlns:a16="http://schemas.microsoft.com/office/drawing/2014/main" id="{0F723D44-F7F7-4EE4-8786-5F3F5157B9FD}"/>
              </a:ext>
            </a:extLst>
          </p:cNvPr>
          <p:cNvSpPr>
            <a:spLocks xmlns:a="http://schemas.openxmlformats.org/drawingml/2006/main" noGrp="1"/>
          </p:cNvSpPr>
          <p:nvPr/>
        </p:nvSpPr>
        <p:spPr>
          <a:xfrm xmlns:a="http://schemas.openxmlformats.org/drawingml/2006/main">
            <a:off x="5543550" y="4848225"/>
            <a:ext cx="15144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Mất tập trung</a:t>
            </a:r>
          </a:p>
        </p:txBody>
      </p:sp>
      <p:sp>
        <p:nvSpPr>
          <p:cNvPr id="43" name="">
            <a:extLst xmlns:a="http://schemas.openxmlformats.org/drawingml/2006/main">
              <a:ext uri="{FF2B5EF4-FFF2-40B4-BE49-F238E27FC236}">
                <a16:creationId xmlns:a16="http://schemas.microsoft.com/office/drawing/2014/main" id="{D79A80E4-9308-4F02-A1C8-CC955DB3995F}"/>
              </a:ext>
            </a:extLst>
          </p:cNvPr>
          <p:cNvSpPr>
            <a:spLocks xmlns:a="http://schemas.openxmlformats.org/drawingml/2006/main" noGrp="1"/>
          </p:cNvSpPr>
          <p:nvPr/>
        </p:nvSpPr>
        <p:spPr>
          <a:xfrm xmlns:a="http://schemas.openxmlformats.org/drawingml/2006/main">
            <a:off x="7210425" y="4848225"/>
            <a:ext cx="14001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Trung bình</a:t>
            </a:r>
          </a:p>
        </p:txBody>
      </p:sp>
    </p:spTree>
    <p:extLst>
      <p:ext uri="{BB962C8B-B14F-4D97-AF65-F5344CB8AC3E}">
        <p14:creationId xmlns:p14="http://schemas.microsoft.com/office/powerpoint/2010/main" val="1095054114"/>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632BAD8-3022-4580-9016-51F2162BBE32}"/>
              </a:ext>
            </a:extLst>
          </p:cNvPr>
          <p:cNvSpPr>
            <a:spLocks xmlns:a="http://schemas.openxmlformats.org/drawingml/2006/main" noGrp="1"/>
          </p:cNvSpPr>
          <p:nvPr/>
        </p:nvSpPr>
        <p:spPr>
          <a:xfrm xmlns:a="http://schemas.openxmlformats.org/drawingml/2006/main">
            <a:off x="609600" y="2286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769656"/>
                </a:solidFill>
              </a:defRPr>
            </a:pPr>
            <a:r>
              <a:rPr sz="1050" b="1">
                <a:solidFill>
                  <a:srgbClr val="769656"/>
                </a:solidFill>
              </a:rPr>
              <a:t>USER DIFFICULTY SITUATION</a:t>
            </a:r>
          </a:p>
        </p:txBody>
      </p:sp>
      <p:sp>
        <p:nvSpPr>
          <p:cNvPr id="2" name="">
            <a:extLst xmlns:a="http://schemas.openxmlformats.org/drawingml/2006/main">
              <a:ext uri="{FF2B5EF4-FFF2-40B4-BE49-F238E27FC236}">
                <a16:creationId xmlns:a16="http://schemas.microsoft.com/office/drawing/2014/main" id="{AC461FF3-14E7-4BDB-9489-04ECEF12E847}"/>
              </a:ext>
            </a:extLst>
          </p:cNvPr>
          <p:cNvSpPr>
            <a:spLocks xmlns:a="http://schemas.openxmlformats.org/drawingml/2006/main" noGrp="1"/>
          </p:cNvSpPr>
          <p:nvPr/>
        </p:nvSpPr>
        <p:spPr>
          <a:xfrm xmlns:a="http://schemas.openxmlformats.org/drawingml/2006/main">
            <a:off x="609600" y="5143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63A29"/>
                </a:solidFill>
              </a:defRPr>
            </a:pPr>
            <a:r>
              <a:rPr sz="2700" b="1">
                <a:solidFill>
                  <a:srgbClr val="263A29"/>
                </a:solidFill>
              </a:rPr>
              <a:t>User difficulty situation, Chess.com</a:t>
            </a:r>
          </a:p>
        </p:txBody>
      </p:sp>
      <p:sp>
        <p:nvSpPr>
          <p:cNvPr id="3" name="">
            <a:extLst xmlns:a="http://schemas.openxmlformats.org/drawingml/2006/main">
              <a:ext uri="{FF2B5EF4-FFF2-40B4-BE49-F238E27FC236}">
                <a16:creationId xmlns:a16="http://schemas.microsoft.com/office/drawing/2014/main" id="{6AB504F6-81D5-4DE1-92A2-2C5421C14E81}"/>
              </a:ext>
            </a:extLst>
          </p:cNvPr>
          <p:cNvSpPr>
            <a:spLocks xmlns:a="http://schemas.openxmlformats.org/drawingml/2006/main" noGrp="1"/>
          </p:cNvSpPr>
          <p:nvPr/>
        </p:nvSpPr>
        <p:spPr>
          <a:xfrm xmlns:a="http://schemas.openxmlformats.org/drawingml/2006/main">
            <a:off x="11049000" y="2667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1">
                <a:solidFill>
                  <a:srgbClr val="769656"/>
                </a:solidFill>
              </a:defRPr>
            </a:pPr>
            <a:r>
              <a:rPr sz="1200" b="1">
                <a:solidFill>
                  <a:srgbClr val="769656"/>
                </a:solidFill>
              </a:rPr>
              <a:t>11</a:t>
            </a:r>
          </a:p>
        </p:txBody>
      </p:sp>
      <p:sp>
        <p:nvSpPr>
          <p:cNvPr id="4" name="">
            <a:extLst xmlns:a="http://schemas.openxmlformats.org/drawingml/2006/main">
              <a:ext uri="{FF2B5EF4-FFF2-40B4-BE49-F238E27FC236}">
                <a16:creationId xmlns:a16="http://schemas.microsoft.com/office/drawing/2014/main" id="{789C1356-77A9-4722-B04A-49CFFCCF01B9}"/>
              </a:ext>
            </a:extLst>
          </p:cNvPr>
          <p:cNvSpPr>
            <a:spLocks xmlns:a="http://schemas.openxmlformats.org/drawingml/2006/main" noGrp="1"/>
          </p:cNvSpPr>
          <p:nvPr/>
        </p:nvSpPr>
        <p:spPr>
          <a:xfrm xmlns:a="http://schemas.openxmlformats.org/drawingml/2006/main">
            <a:off x="609600" y="1123950"/>
            <a:ext cx="876300" cy="38100"/>
          </a:xfrm>
          <a:prstGeom xmlns:a="http://schemas.openxmlformats.org/drawingml/2006/main" prst="rect">
            <a:avLst/>
          </a:prstGeom>
          <a:solidFill xmlns:a="http://schemas.openxmlformats.org/drawingml/2006/main">
            <a:srgbClr val="769656"/>
          </a:solidFill>
          <a:ln xmlns:a="http://schemas.openxmlformats.org/drawingml/2006/main" w="0">
            <a:solidFill>
              <a:srgbClr val="769656"/>
            </a:solidFill>
            <a:prstDash val="solid"/>
          </a:ln>
        </p:spPr>
      </p:sp>
      <p:sp>
        <p:nvSpPr>
          <p:cNvPr id="5" name="">
            <a:extLst xmlns:a="http://schemas.openxmlformats.org/drawingml/2006/main">
              <a:ext uri="{FF2B5EF4-FFF2-40B4-BE49-F238E27FC236}">
                <a16:creationId xmlns:a16="http://schemas.microsoft.com/office/drawing/2014/main" id="{A0751008-8A62-4EE1-8836-1F248113FC25}"/>
              </a:ext>
            </a:extLst>
          </p:cNvPr>
          <p:cNvSpPr>
            <a:spLocks xmlns:a="http://schemas.openxmlformats.org/drawingml/2006/main" noGrp="1"/>
          </p:cNvSpPr>
          <p:nvPr/>
        </p:nvSpPr>
        <p:spPr>
          <a:xfrm xmlns:a="http://schemas.openxmlformats.org/drawingml/2006/main">
            <a:off x="609600" y="6572250"/>
            <a:ext cx="4000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4748B"/>
                </a:solidFill>
              </a:defRPr>
            </a:pPr>
            <a:r>
              <a:rPr sz="825" b="0">
                <a:solidFill>
                  <a:srgbClr val="64748B"/>
                </a:solidFill>
              </a:rPr>
              <a:t>HCI • PA1 • Chess.com</a:t>
            </a:r>
          </a:p>
        </p:txBody>
      </p:sp>
      <p:sp>
        <p:nvSpPr>
          <p:cNvPr id="6" name="">
            <a:extLst xmlns:a="http://schemas.openxmlformats.org/drawingml/2006/main">
              <a:ext uri="{FF2B5EF4-FFF2-40B4-BE49-F238E27FC236}">
                <a16:creationId xmlns:a16="http://schemas.microsoft.com/office/drawing/2014/main" id="{CE6BC9CA-CE08-44EB-8E89-9D30575E4EC7}"/>
              </a:ext>
            </a:extLst>
          </p:cNvPr>
          <p:cNvSpPr>
            <a:spLocks xmlns:a="http://schemas.openxmlformats.org/drawingml/2006/main" noGrp="1"/>
          </p:cNvSpPr>
          <p:nvPr/>
        </p:nvSpPr>
        <p:spPr>
          <a:xfrm xmlns:a="http://schemas.openxmlformats.org/drawingml/2006/main">
            <a:off x="10668000" y="657225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4748B"/>
                </a:solidFill>
              </a:defRPr>
            </a:pPr>
            <a:r>
              <a:rPr sz="825" b="0">
                <a:solidFill>
                  <a:srgbClr val="64748B"/>
                </a:solidFill>
              </a:rPr>
              <a:t>11 / 12</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850f9f02c7d4407a"/>
          <a:stretch xmlns:a="http://schemas.openxmlformats.org/drawingml/2006/main"/>
        </p:blipFill>
        <p:spPr>
          <a:xfrm xmlns:a="http://schemas.openxmlformats.org/drawingml/2006/main">
            <a:off x="9956898" y="1466850"/>
            <a:ext cx="660204" cy="1428750"/>
          </a:xfrm>
          <a:prstGeom xmlns:a="http://schemas.openxmlformats.org/drawingml/2006/main" prst="roundRect">
            <a:avLst>
              <a:gd name="adj" fmla="val 8000"/>
            </a:avLst>
          </a:prstGeom>
        </p:spPr>
      </p:pic>
      <p:sp>
        <p:nvSpPr>
          <p:cNvPr id="8" name="">
            <a:extLst xmlns:a="http://schemas.openxmlformats.org/drawingml/2006/main">
              <a:ext uri="{FF2B5EF4-FFF2-40B4-BE49-F238E27FC236}">
                <a16:creationId xmlns:a16="http://schemas.microsoft.com/office/drawing/2014/main" id="{5AB5E068-E869-421B-8329-439BFA5F85BF}"/>
              </a:ext>
            </a:extLst>
          </p:cNvPr>
          <p:cNvSpPr>
            <a:spLocks xmlns:a="http://schemas.openxmlformats.org/drawingml/2006/main" noGrp="1"/>
          </p:cNvSpPr>
          <p:nvPr/>
        </p:nvSpPr>
        <p:spPr>
          <a:xfrm xmlns:a="http://schemas.openxmlformats.org/drawingml/2006/main">
            <a:off x="609600" y="1466850"/>
            <a:ext cx="8077200" cy="381000"/>
          </a:xfrm>
          <a:prstGeom xmlns:a="http://schemas.openxmlformats.org/drawingml/2006/main" prst="roundRect">
            <a:avLst>
              <a:gd name="adj" fmla="val 30000"/>
            </a:avLst>
          </a:prstGeom>
          <a:solidFill xmlns:a="http://schemas.openxmlformats.org/drawingml/2006/main">
            <a:srgbClr val="263A29"/>
          </a:solidFill>
          <a:ln xmlns:a="http://schemas.openxmlformats.org/drawingml/2006/main" w="9525">
            <a:solidFill>
              <a:srgbClr val="263A29"/>
            </a:solidFill>
            <a:prstDash val="solid"/>
          </a:ln>
        </p:spPr>
      </p:sp>
      <p:sp>
        <p:nvSpPr>
          <p:cNvPr id="9" name="">
            <a:extLst xmlns:a="http://schemas.openxmlformats.org/drawingml/2006/main">
              <a:ext uri="{FF2B5EF4-FFF2-40B4-BE49-F238E27FC236}">
                <a16:creationId xmlns:a16="http://schemas.microsoft.com/office/drawing/2014/main" id="{81D2F2C4-B8F4-4DFE-9EFC-DA300A4ACCF4}"/>
              </a:ext>
            </a:extLst>
          </p:cNvPr>
          <p:cNvSpPr>
            <a:spLocks xmlns:a="http://schemas.openxmlformats.org/drawingml/2006/main" noGrp="1"/>
          </p:cNvSpPr>
          <p:nvPr/>
        </p:nvSpPr>
        <p:spPr>
          <a:xfrm xmlns:a="http://schemas.openxmlformats.org/drawingml/2006/main">
            <a:off x="685800" y="1504950"/>
            <a:ext cx="14192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Persona</a:t>
            </a:r>
          </a:p>
        </p:txBody>
      </p:sp>
      <p:sp>
        <p:nvSpPr>
          <p:cNvPr id="10" name="">
            <a:extLst xmlns:a="http://schemas.openxmlformats.org/drawingml/2006/main">
              <a:ext uri="{FF2B5EF4-FFF2-40B4-BE49-F238E27FC236}">
                <a16:creationId xmlns:a16="http://schemas.microsoft.com/office/drawing/2014/main" id="{64F367C3-6CEF-4A5A-BFEF-D9116CBADACB}"/>
              </a:ext>
            </a:extLst>
          </p:cNvPr>
          <p:cNvSpPr>
            <a:spLocks xmlns:a="http://schemas.openxmlformats.org/drawingml/2006/main" noGrp="1"/>
          </p:cNvSpPr>
          <p:nvPr/>
        </p:nvSpPr>
        <p:spPr>
          <a:xfrm xmlns:a="http://schemas.openxmlformats.org/drawingml/2006/main">
            <a:off x="2257425" y="1504950"/>
            <a:ext cx="15144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Context</a:t>
            </a:r>
          </a:p>
        </p:txBody>
      </p:sp>
      <p:sp>
        <p:nvSpPr>
          <p:cNvPr id="11" name="">
            <a:extLst xmlns:a="http://schemas.openxmlformats.org/drawingml/2006/main">
              <a:ext uri="{FF2B5EF4-FFF2-40B4-BE49-F238E27FC236}">
                <a16:creationId xmlns:a16="http://schemas.microsoft.com/office/drawing/2014/main" id="{E5F6D800-9F2D-4196-AD82-2B41F449615D}"/>
              </a:ext>
            </a:extLst>
          </p:cNvPr>
          <p:cNvSpPr>
            <a:spLocks xmlns:a="http://schemas.openxmlformats.org/drawingml/2006/main" noGrp="1"/>
          </p:cNvSpPr>
          <p:nvPr/>
        </p:nvSpPr>
        <p:spPr>
          <a:xfrm xmlns:a="http://schemas.openxmlformats.org/drawingml/2006/main">
            <a:off x="3924300" y="1504950"/>
            <a:ext cx="146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Problem</a:t>
            </a:r>
          </a:p>
        </p:txBody>
      </p:sp>
      <p:sp>
        <p:nvSpPr>
          <p:cNvPr id="12" name="">
            <a:extLst xmlns:a="http://schemas.openxmlformats.org/drawingml/2006/main">
              <a:ext uri="{FF2B5EF4-FFF2-40B4-BE49-F238E27FC236}">
                <a16:creationId xmlns:a16="http://schemas.microsoft.com/office/drawing/2014/main" id="{6C7AA83D-7827-4501-85FA-97AFB7C90A7C}"/>
              </a:ext>
            </a:extLst>
          </p:cNvPr>
          <p:cNvSpPr>
            <a:spLocks xmlns:a="http://schemas.openxmlformats.org/drawingml/2006/main" noGrp="1"/>
          </p:cNvSpPr>
          <p:nvPr/>
        </p:nvSpPr>
        <p:spPr>
          <a:xfrm xmlns:a="http://schemas.openxmlformats.org/drawingml/2006/main">
            <a:off x="5543550" y="1504950"/>
            <a:ext cx="15144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HCI cause</a:t>
            </a:r>
          </a:p>
        </p:txBody>
      </p:sp>
      <p:sp>
        <p:nvSpPr>
          <p:cNvPr id="13" name="">
            <a:extLst xmlns:a="http://schemas.openxmlformats.org/drawingml/2006/main">
              <a:ext uri="{FF2B5EF4-FFF2-40B4-BE49-F238E27FC236}">
                <a16:creationId xmlns:a16="http://schemas.microsoft.com/office/drawing/2014/main" id="{008E9D0D-7123-42F9-825C-68E6F235BFA0}"/>
              </a:ext>
            </a:extLst>
          </p:cNvPr>
          <p:cNvSpPr>
            <a:spLocks xmlns:a="http://schemas.openxmlformats.org/drawingml/2006/main" noGrp="1"/>
          </p:cNvSpPr>
          <p:nvPr/>
        </p:nvSpPr>
        <p:spPr>
          <a:xfrm xmlns:a="http://schemas.openxmlformats.org/drawingml/2006/main">
            <a:off x="7210425" y="1504950"/>
            <a:ext cx="14001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Impact</a:t>
            </a:r>
          </a:p>
        </p:txBody>
      </p:sp>
      <p:sp>
        <p:nvSpPr>
          <p:cNvPr id="14" name="">
            <a:extLst xmlns:a="http://schemas.openxmlformats.org/drawingml/2006/main">
              <a:ext uri="{FF2B5EF4-FFF2-40B4-BE49-F238E27FC236}">
                <a16:creationId xmlns:a16="http://schemas.microsoft.com/office/drawing/2014/main" id="{56DF19C9-3D06-413E-9345-3EAF83CBAEA3}"/>
              </a:ext>
            </a:extLst>
          </p:cNvPr>
          <p:cNvSpPr>
            <a:spLocks xmlns:a="http://schemas.openxmlformats.org/drawingml/2006/main" noGrp="1"/>
          </p:cNvSpPr>
          <p:nvPr/>
        </p:nvSpPr>
        <p:spPr>
          <a:xfrm xmlns:a="http://schemas.openxmlformats.org/drawingml/2006/main">
            <a:off x="609600" y="1905000"/>
            <a:ext cx="8077200" cy="809625"/>
          </a:xfrm>
          <a:prstGeom xmlns:a="http://schemas.openxmlformats.org/drawingml/2006/main" prst="roundRect">
            <a:avLst>
              <a:gd name="adj" fmla="val 14118"/>
            </a:avLst>
          </a:prstGeom>
          <a:solidFill xmlns:a="http://schemas.openxmlformats.org/drawingml/2006/main">
            <a:srgbClr val="FFFFFF"/>
          </a:solidFill>
          <a:ln xmlns:a="http://schemas.openxmlformats.org/drawingml/2006/main" w="9525">
            <a:solidFill>
              <a:srgbClr val="EEF4E8"/>
            </a:solidFill>
            <a:prstDash val="solid"/>
          </a:ln>
        </p:spPr>
      </p:sp>
      <p:sp>
        <p:nvSpPr>
          <p:cNvPr id="15" name="">
            <a:extLst xmlns:a="http://schemas.openxmlformats.org/drawingml/2006/main">
              <a:ext uri="{FF2B5EF4-FFF2-40B4-BE49-F238E27FC236}">
                <a16:creationId xmlns:a16="http://schemas.microsoft.com/office/drawing/2014/main" id="{2C2F64D8-9B93-4F05-BD5D-80AD61B143DF}"/>
              </a:ext>
            </a:extLst>
          </p:cNvPr>
          <p:cNvSpPr>
            <a:spLocks xmlns:a="http://schemas.openxmlformats.org/drawingml/2006/main" noGrp="1"/>
          </p:cNvSpPr>
          <p:nvPr/>
        </p:nvSpPr>
        <p:spPr>
          <a:xfrm xmlns:a="http://schemas.openxmlformats.org/drawingml/2006/main">
            <a:off x="685800" y="1952625"/>
            <a:ext cx="14192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263A29"/>
                </a:solidFill>
              </a:defRPr>
            </a:pPr>
            <a:r>
              <a:rPr sz="1013" b="1">
                <a:solidFill>
                  <a:srgbClr val="263A29"/>
                </a:solidFill>
              </a:rPr>
              <a:t>Beginner</a:t>
            </a:r>
          </a:p>
        </p:txBody>
      </p:sp>
      <p:sp>
        <p:nvSpPr>
          <p:cNvPr id="16" name="">
            <a:extLst xmlns:a="http://schemas.openxmlformats.org/drawingml/2006/main">
              <a:ext uri="{FF2B5EF4-FFF2-40B4-BE49-F238E27FC236}">
                <a16:creationId xmlns:a16="http://schemas.microsoft.com/office/drawing/2014/main" id="{B9A993F0-5B4A-4ACC-B90F-6EFFEE30997C}"/>
              </a:ext>
            </a:extLst>
          </p:cNvPr>
          <p:cNvSpPr>
            <a:spLocks xmlns:a="http://schemas.openxmlformats.org/drawingml/2006/main" noGrp="1"/>
          </p:cNvSpPr>
          <p:nvPr/>
        </p:nvSpPr>
        <p:spPr>
          <a:xfrm xmlns:a="http://schemas.openxmlformats.org/drawingml/2006/main">
            <a:off x="2257425" y="1952625"/>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Thấy Play, Learn, Puzzles, Train, Watch</a:t>
            </a:r>
          </a:p>
        </p:txBody>
      </p:sp>
      <p:sp>
        <p:nvSpPr>
          <p:cNvPr id="17" name="">
            <a:extLst xmlns:a="http://schemas.openxmlformats.org/drawingml/2006/main">
              <a:ext uri="{FF2B5EF4-FFF2-40B4-BE49-F238E27FC236}">
                <a16:creationId xmlns:a16="http://schemas.microsoft.com/office/drawing/2014/main" id="{8F7C1C94-0261-4E54-9FC6-F60F8214CB64}"/>
              </a:ext>
            </a:extLst>
          </p:cNvPr>
          <p:cNvSpPr>
            <a:spLocks xmlns:a="http://schemas.openxmlformats.org/drawingml/2006/main" noGrp="1"/>
          </p:cNvSpPr>
          <p:nvPr/>
        </p:nvSpPr>
        <p:spPr>
          <a:xfrm xmlns:a="http://schemas.openxmlformats.org/drawingml/2006/main">
            <a:off x="3924300" y="1952625"/>
            <a:ext cx="1466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Không biết bắt đầu từ đâu</a:t>
            </a:r>
          </a:p>
        </p:txBody>
      </p:sp>
      <p:sp>
        <p:nvSpPr>
          <p:cNvPr id="18" name="">
            <a:extLst xmlns:a="http://schemas.openxmlformats.org/drawingml/2006/main">
              <a:ext uri="{FF2B5EF4-FFF2-40B4-BE49-F238E27FC236}">
                <a16:creationId xmlns:a16="http://schemas.microsoft.com/office/drawing/2014/main" id="{0DF4C9A5-8EF2-4AE8-8AB3-23D614C9DC2E}"/>
              </a:ext>
            </a:extLst>
          </p:cNvPr>
          <p:cNvSpPr>
            <a:spLocks xmlns:a="http://schemas.openxmlformats.org/drawingml/2006/main" noGrp="1"/>
          </p:cNvSpPr>
          <p:nvPr/>
        </p:nvSpPr>
        <p:spPr>
          <a:xfrm xmlns:a="http://schemas.openxmlformats.org/drawingml/2006/main">
            <a:off x="5543550" y="1952625"/>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Cognitive load</a:t>
            </a:r>
          </a:p>
        </p:txBody>
      </p:sp>
      <p:sp>
        <p:nvSpPr>
          <p:cNvPr id="19" name="">
            <a:extLst xmlns:a="http://schemas.openxmlformats.org/drawingml/2006/main">
              <a:ext uri="{FF2B5EF4-FFF2-40B4-BE49-F238E27FC236}">
                <a16:creationId xmlns:a16="http://schemas.microsoft.com/office/drawing/2014/main" id="{C1D56E9D-6386-4BFD-A0A5-3783EAC9E8B7}"/>
              </a:ext>
            </a:extLst>
          </p:cNvPr>
          <p:cNvSpPr>
            <a:spLocks xmlns:a="http://schemas.openxmlformats.org/drawingml/2006/main" noGrp="1"/>
          </p:cNvSpPr>
          <p:nvPr/>
        </p:nvSpPr>
        <p:spPr>
          <a:xfrm xmlns:a="http://schemas.openxmlformats.org/drawingml/2006/main">
            <a:off x="7210425" y="1952625"/>
            <a:ext cx="1400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Trì hoãn hoặc chọn ngẫu nhiên</a:t>
            </a:r>
          </a:p>
        </p:txBody>
      </p:sp>
      <p:sp>
        <p:nvSpPr>
          <p:cNvPr id="20" name="">
            <a:extLst xmlns:a="http://schemas.openxmlformats.org/drawingml/2006/main">
              <a:ext uri="{FF2B5EF4-FFF2-40B4-BE49-F238E27FC236}">
                <a16:creationId xmlns:a16="http://schemas.microsoft.com/office/drawing/2014/main" id="{3C5E8AAB-34A0-49FE-BE5C-F91FCF54F074}"/>
              </a:ext>
            </a:extLst>
          </p:cNvPr>
          <p:cNvSpPr>
            <a:spLocks xmlns:a="http://schemas.openxmlformats.org/drawingml/2006/main" noGrp="1"/>
          </p:cNvSpPr>
          <p:nvPr/>
        </p:nvSpPr>
        <p:spPr>
          <a:xfrm xmlns:a="http://schemas.openxmlformats.org/drawingml/2006/main">
            <a:off x="609600" y="2771775"/>
            <a:ext cx="8077200" cy="809625"/>
          </a:xfrm>
          <a:prstGeom xmlns:a="http://schemas.openxmlformats.org/drawingml/2006/main" prst="roundRect">
            <a:avLst>
              <a:gd name="adj" fmla="val 14118"/>
            </a:avLst>
          </a:prstGeom>
          <a:solidFill xmlns:a="http://schemas.openxmlformats.org/drawingml/2006/main">
            <a:srgbClr val="EEF4E8"/>
          </a:solidFill>
          <a:ln xmlns:a="http://schemas.openxmlformats.org/drawingml/2006/main" w="9525">
            <a:solidFill>
              <a:srgbClr val="EEF4E8"/>
            </a:solidFill>
            <a:prstDash val="solid"/>
          </a:ln>
        </p:spPr>
      </p:sp>
      <p:sp>
        <p:nvSpPr>
          <p:cNvPr id="21" name="">
            <a:extLst xmlns:a="http://schemas.openxmlformats.org/drawingml/2006/main">
              <a:ext uri="{FF2B5EF4-FFF2-40B4-BE49-F238E27FC236}">
                <a16:creationId xmlns:a16="http://schemas.microsoft.com/office/drawing/2014/main" id="{E0279058-C1D7-473D-A584-AD38A78E981C}"/>
              </a:ext>
            </a:extLst>
          </p:cNvPr>
          <p:cNvSpPr>
            <a:spLocks xmlns:a="http://schemas.openxmlformats.org/drawingml/2006/main" noGrp="1"/>
          </p:cNvSpPr>
          <p:nvPr/>
        </p:nvSpPr>
        <p:spPr>
          <a:xfrm xmlns:a="http://schemas.openxmlformats.org/drawingml/2006/main">
            <a:off x="685800" y="2819400"/>
            <a:ext cx="14192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263A29"/>
                </a:solidFill>
              </a:defRPr>
            </a:pPr>
            <a:r>
              <a:rPr sz="1013" b="1">
                <a:solidFill>
                  <a:srgbClr val="263A29"/>
                </a:solidFill>
              </a:rPr>
              <a:t>Competitive player</a:t>
            </a:r>
          </a:p>
        </p:txBody>
      </p:sp>
      <p:sp>
        <p:nvSpPr>
          <p:cNvPr id="22" name="">
            <a:extLst xmlns:a="http://schemas.openxmlformats.org/drawingml/2006/main">
              <a:ext uri="{FF2B5EF4-FFF2-40B4-BE49-F238E27FC236}">
                <a16:creationId xmlns:a16="http://schemas.microsoft.com/office/drawing/2014/main" id="{B530F2F3-473B-4448-BD15-BF01E7DE78B1}"/>
              </a:ext>
            </a:extLst>
          </p:cNvPr>
          <p:cNvSpPr>
            <a:spLocks xmlns:a="http://schemas.openxmlformats.org/drawingml/2006/main" noGrp="1"/>
          </p:cNvSpPr>
          <p:nvPr/>
        </p:nvSpPr>
        <p:spPr>
          <a:xfrm xmlns:a="http://schemas.openxmlformats.org/drawingml/2006/main">
            <a:off x="2257425" y="2819400"/>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Dùng premove trong blitz</a:t>
            </a:r>
          </a:p>
        </p:txBody>
      </p:sp>
      <p:sp>
        <p:nvSpPr>
          <p:cNvPr id="23" name="">
            <a:extLst xmlns:a="http://schemas.openxmlformats.org/drawingml/2006/main">
              <a:ext uri="{FF2B5EF4-FFF2-40B4-BE49-F238E27FC236}">
                <a16:creationId xmlns:a16="http://schemas.microsoft.com/office/drawing/2014/main" id="{AA225DB2-331D-45E4-8841-AF2B5E56A4BE}"/>
              </a:ext>
            </a:extLst>
          </p:cNvPr>
          <p:cNvSpPr>
            <a:spLocks xmlns:a="http://schemas.openxmlformats.org/drawingml/2006/main" noGrp="1"/>
          </p:cNvSpPr>
          <p:nvPr/>
        </p:nvSpPr>
        <p:spPr>
          <a:xfrm xmlns:a="http://schemas.openxmlformats.org/drawingml/2006/main">
            <a:off x="3924300" y="2819400"/>
            <a:ext cx="1466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Phản hồi bất ngờ làm nước chờ trở nên yếu</a:t>
            </a:r>
          </a:p>
        </p:txBody>
      </p:sp>
      <p:sp>
        <p:nvSpPr>
          <p:cNvPr id="24" name="">
            <a:extLst xmlns:a="http://schemas.openxmlformats.org/drawingml/2006/main">
              <a:ext uri="{FF2B5EF4-FFF2-40B4-BE49-F238E27FC236}">
                <a16:creationId xmlns:a16="http://schemas.microsoft.com/office/drawing/2014/main" id="{9B9C6DE7-338D-4AB3-B56A-3DCCAAD852C9}"/>
              </a:ext>
            </a:extLst>
          </p:cNvPr>
          <p:cNvSpPr>
            <a:spLocks xmlns:a="http://schemas.openxmlformats.org/drawingml/2006/main" noGrp="1"/>
          </p:cNvSpPr>
          <p:nvPr/>
        </p:nvSpPr>
        <p:spPr>
          <a:xfrm xmlns:a="http://schemas.openxmlformats.org/drawingml/2006/main">
            <a:off x="5543550" y="2819400"/>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Error prevention</a:t>
            </a:r>
          </a:p>
        </p:txBody>
      </p:sp>
      <p:sp>
        <p:nvSpPr>
          <p:cNvPr id="25" name="">
            <a:extLst xmlns:a="http://schemas.openxmlformats.org/drawingml/2006/main">
              <a:ext uri="{FF2B5EF4-FFF2-40B4-BE49-F238E27FC236}">
                <a16:creationId xmlns:a16="http://schemas.microsoft.com/office/drawing/2014/main" id="{FCE9B90E-DE1E-40B3-92ED-0F42792FB40B}"/>
              </a:ext>
            </a:extLst>
          </p:cNvPr>
          <p:cNvSpPr>
            <a:spLocks xmlns:a="http://schemas.openxmlformats.org/drawingml/2006/main" noGrp="1"/>
          </p:cNvSpPr>
          <p:nvPr/>
        </p:nvSpPr>
        <p:spPr>
          <a:xfrm xmlns:a="http://schemas.openxmlformats.org/drawingml/2006/main">
            <a:off x="7210425" y="2819400"/>
            <a:ext cx="1400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Mất thế hoặc thua ván</a:t>
            </a:r>
          </a:p>
        </p:txBody>
      </p:sp>
      <p:sp>
        <p:nvSpPr>
          <p:cNvPr id="26" name="">
            <a:extLst xmlns:a="http://schemas.openxmlformats.org/drawingml/2006/main">
              <a:ext uri="{FF2B5EF4-FFF2-40B4-BE49-F238E27FC236}">
                <a16:creationId xmlns:a16="http://schemas.microsoft.com/office/drawing/2014/main" id="{490AE0A0-9EF4-4B4B-AAA9-6A37E0752579}"/>
              </a:ext>
            </a:extLst>
          </p:cNvPr>
          <p:cNvSpPr>
            <a:spLocks xmlns:a="http://schemas.openxmlformats.org/drawingml/2006/main" noGrp="1"/>
          </p:cNvSpPr>
          <p:nvPr/>
        </p:nvSpPr>
        <p:spPr>
          <a:xfrm xmlns:a="http://schemas.openxmlformats.org/drawingml/2006/main">
            <a:off x="609600" y="3638550"/>
            <a:ext cx="8077200" cy="809625"/>
          </a:xfrm>
          <a:prstGeom xmlns:a="http://schemas.openxmlformats.org/drawingml/2006/main" prst="roundRect">
            <a:avLst>
              <a:gd name="adj" fmla="val 14118"/>
            </a:avLst>
          </a:prstGeom>
          <a:solidFill xmlns:a="http://schemas.openxmlformats.org/drawingml/2006/main">
            <a:srgbClr val="FFFFFF"/>
          </a:solidFill>
          <a:ln xmlns:a="http://schemas.openxmlformats.org/drawingml/2006/main" w="9525">
            <a:solidFill>
              <a:srgbClr val="EEF4E8"/>
            </a:solidFill>
            <a:prstDash val="solid"/>
          </a:ln>
        </p:spPr>
      </p:sp>
      <p:sp>
        <p:nvSpPr>
          <p:cNvPr id="27" name="">
            <a:extLst xmlns:a="http://schemas.openxmlformats.org/drawingml/2006/main">
              <a:ext uri="{FF2B5EF4-FFF2-40B4-BE49-F238E27FC236}">
                <a16:creationId xmlns:a16="http://schemas.microsoft.com/office/drawing/2014/main" id="{5EAA332C-7565-4C59-B56D-75849A4E7C53}"/>
              </a:ext>
            </a:extLst>
          </p:cNvPr>
          <p:cNvSpPr>
            <a:spLocks xmlns:a="http://schemas.openxmlformats.org/drawingml/2006/main" noGrp="1"/>
          </p:cNvSpPr>
          <p:nvPr/>
        </p:nvSpPr>
        <p:spPr>
          <a:xfrm xmlns:a="http://schemas.openxmlformats.org/drawingml/2006/main">
            <a:off x="685800" y="3686175"/>
            <a:ext cx="14192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1">
                <a:solidFill>
                  <a:srgbClr val="263A29"/>
                </a:solidFill>
              </a:defRPr>
            </a:pPr>
            <a:r>
              <a:rPr sz="1013" b="1">
                <a:solidFill>
                  <a:srgbClr val="263A29"/>
                </a:solidFill>
              </a:rPr>
              <a:t>Returning player</a:t>
            </a:r>
          </a:p>
        </p:txBody>
      </p:sp>
      <p:sp>
        <p:nvSpPr>
          <p:cNvPr id="28" name="">
            <a:extLst xmlns:a="http://schemas.openxmlformats.org/drawingml/2006/main">
              <a:ext uri="{FF2B5EF4-FFF2-40B4-BE49-F238E27FC236}">
                <a16:creationId xmlns:a16="http://schemas.microsoft.com/office/drawing/2014/main" id="{EDC6C262-268C-45EC-9E72-4B756C73DEE5}"/>
              </a:ext>
            </a:extLst>
          </p:cNvPr>
          <p:cNvSpPr>
            <a:spLocks xmlns:a="http://schemas.openxmlformats.org/drawingml/2006/main" noGrp="1"/>
          </p:cNvSpPr>
          <p:nvPr/>
        </p:nvSpPr>
        <p:spPr>
          <a:xfrm xmlns:a="http://schemas.openxmlformats.org/drawingml/2006/main">
            <a:off x="2257425" y="3686175"/>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Mở Game Review sau thời gian nghỉ</a:t>
            </a:r>
          </a:p>
        </p:txBody>
      </p:sp>
      <p:sp>
        <p:nvSpPr>
          <p:cNvPr id="29" name="">
            <a:extLst xmlns:a="http://schemas.openxmlformats.org/drawingml/2006/main">
              <a:ext uri="{FF2B5EF4-FFF2-40B4-BE49-F238E27FC236}">
                <a16:creationId xmlns:a16="http://schemas.microsoft.com/office/drawing/2014/main" id="{86AD6829-CFC0-455C-A497-527F762851A5}"/>
              </a:ext>
            </a:extLst>
          </p:cNvPr>
          <p:cNvSpPr>
            <a:spLocks xmlns:a="http://schemas.openxmlformats.org/drawingml/2006/main" noGrp="1"/>
          </p:cNvSpPr>
          <p:nvPr/>
        </p:nvSpPr>
        <p:spPr>
          <a:xfrm xmlns:a="http://schemas.openxmlformats.org/drawingml/2006/main">
            <a:off x="3924300" y="3686175"/>
            <a:ext cx="1466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Chart, labels, engine lines và access limits</a:t>
            </a:r>
          </a:p>
        </p:txBody>
      </p:sp>
      <p:sp>
        <p:nvSpPr>
          <p:cNvPr id="30" name="">
            <a:extLst xmlns:a="http://schemas.openxmlformats.org/drawingml/2006/main">
              <a:ext uri="{FF2B5EF4-FFF2-40B4-BE49-F238E27FC236}">
                <a16:creationId xmlns:a16="http://schemas.microsoft.com/office/drawing/2014/main" id="{58A98DB8-56DE-4ACB-AF8B-57ED1F501380}"/>
              </a:ext>
            </a:extLst>
          </p:cNvPr>
          <p:cNvSpPr>
            <a:spLocks xmlns:a="http://schemas.openxmlformats.org/drawingml/2006/main" noGrp="1"/>
          </p:cNvSpPr>
          <p:nvPr/>
        </p:nvSpPr>
        <p:spPr>
          <a:xfrm xmlns:a="http://schemas.openxmlformats.org/drawingml/2006/main">
            <a:off x="5543550" y="3686175"/>
            <a:ext cx="15144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Progressive disclosure</a:t>
            </a:r>
          </a:p>
        </p:txBody>
      </p:sp>
      <p:sp>
        <p:nvSpPr>
          <p:cNvPr id="31" name="">
            <a:extLst xmlns:a="http://schemas.openxmlformats.org/drawingml/2006/main">
              <a:ext uri="{FF2B5EF4-FFF2-40B4-BE49-F238E27FC236}">
                <a16:creationId xmlns:a16="http://schemas.microsoft.com/office/drawing/2014/main" id="{3AA44E9D-47C3-4678-A308-1165E28A4E6E}"/>
              </a:ext>
            </a:extLst>
          </p:cNvPr>
          <p:cNvSpPr>
            <a:spLocks xmlns:a="http://schemas.openxmlformats.org/drawingml/2006/main" noGrp="1"/>
          </p:cNvSpPr>
          <p:nvPr/>
        </p:nvSpPr>
        <p:spPr>
          <a:xfrm xmlns:a="http://schemas.openxmlformats.org/drawingml/2006/main">
            <a:off x="7210425" y="3686175"/>
            <a:ext cx="1400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13" b="0">
                <a:solidFill>
                  <a:srgbClr val="334155"/>
                </a:solidFill>
              </a:defRPr>
            </a:pPr>
            <a:r>
              <a:rPr sz="1013" b="0">
                <a:solidFill>
                  <a:srgbClr val="334155"/>
                </a:solidFill>
              </a:rPr>
              <a:t>Quá tải, không hiểu lỗi chính</a:t>
            </a:r>
          </a:p>
        </p:txBody>
      </p:sp>
    </p:spTree>
    <p:extLst>
      <p:ext uri="{BB962C8B-B14F-4D97-AF65-F5344CB8AC3E}">
        <p14:creationId xmlns:p14="http://schemas.microsoft.com/office/powerpoint/2010/main" val="1795168706"/>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C34D2D9-940A-4771-B578-BC9FE44E9BC4}"/>
              </a:ext>
            </a:extLst>
          </p:cNvPr>
          <p:cNvSpPr>
            <a:spLocks xmlns:a="http://schemas.openxmlformats.org/drawingml/2006/main" noGrp="1"/>
          </p:cNvSpPr>
          <p:nvPr/>
        </p:nvSpPr>
        <p:spPr>
          <a:xfrm xmlns:a="http://schemas.openxmlformats.org/drawingml/2006/main">
            <a:off x="609600" y="2286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769656"/>
                </a:solidFill>
              </a:defRPr>
            </a:pPr>
            <a:r>
              <a:rPr sz="1050" b="1">
                <a:solidFill>
                  <a:srgbClr val="769656"/>
                </a:solidFill>
              </a:rPr>
              <a:t>RECOMMENDED SOLUTION</a:t>
            </a:r>
          </a:p>
        </p:txBody>
      </p:sp>
      <p:sp>
        <p:nvSpPr>
          <p:cNvPr id="2" name="">
            <a:extLst xmlns:a="http://schemas.openxmlformats.org/drawingml/2006/main">
              <a:ext uri="{FF2B5EF4-FFF2-40B4-BE49-F238E27FC236}">
                <a16:creationId xmlns:a16="http://schemas.microsoft.com/office/drawing/2014/main" id="{86E9A03E-B4F8-4AE4-88EB-724CD9CD14DB}"/>
              </a:ext>
            </a:extLst>
          </p:cNvPr>
          <p:cNvSpPr>
            <a:spLocks xmlns:a="http://schemas.openxmlformats.org/drawingml/2006/main" noGrp="1"/>
          </p:cNvSpPr>
          <p:nvPr/>
        </p:nvSpPr>
        <p:spPr>
          <a:xfrm xmlns:a="http://schemas.openxmlformats.org/drawingml/2006/main">
            <a:off x="609600" y="5143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263A29"/>
                </a:solidFill>
              </a:defRPr>
            </a:pPr>
            <a:r>
              <a:rPr sz="2700" b="1">
                <a:solidFill>
                  <a:srgbClr val="263A29"/>
                </a:solidFill>
              </a:rPr>
              <a:t>Recommended solution, Chess.com</a:t>
            </a:r>
          </a:p>
        </p:txBody>
      </p:sp>
      <p:sp>
        <p:nvSpPr>
          <p:cNvPr id="3" name="">
            <a:extLst xmlns:a="http://schemas.openxmlformats.org/drawingml/2006/main">
              <a:ext uri="{FF2B5EF4-FFF2-40B4-BE49-F238E27FC236}">
                <a16:creationId xmlns:a16="http://schemas.microsoft.com/office/drawing/2014/main" id="{E84DE528-7E42-46F9-90C7-25DC066E447D}"/>
              </a:ext>
            </a:extLst>
          </p:cNvPr>
          <p:cNvSpPr>
            <a:spLocks xmlns:a="http://schemas.openxmlformats.org/drawingml/2006/main" noGrp="1"/>
          </p:cNvSpPr>
          <p:nvPr/>
        </p:nvSpPr>
        <p:spPr>
          <a:xfrm xmlns:a="http://schemas.openxmlformats.org/drawingml/2006/main">
            <a:off x="11049000" y="2667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1">
                <a:solidFill>
                  <a:srgbClr val="769656"/>
                </a:solidFill>
              </a:defRPr>
            </a:pPr>
            <a:r>
              <a:rPr sz="1200" b="1">
                <a:solidFill>
                  <a:srgbClr val="769656"/>
                </a:solidFill>
              </a:rPr>
              <a:t>12</a:t>
            </a:r>
          </a:p>
        </p:txBody>
      </p:sp>
      <p:sp>
        <p:nvSpPr>
          <p:cNvPr id="4" name="">
            <a:extLst xmlns:a="http://schemas.openxmlformats.org/drawingml/2006/main">
              <a:ext uri="{FF2B5EF4-FFF2-40B4-BE49-F238E27FC236}">
                <a16:creationId xmlns:a16="http://schemas.microsoft.com/office/drawing/2014/main" id="{9A0C85E8-1BAE-4866-AA5E-462E97C94791}"/>
              </a:ext>
            </a:extLst>
          </p:cNvPr>
          <p:cNvSpPr>
            <a:spLocks xmlns:a="http://schemas.openxmlformats.org/drawingml/2006/main" noGrp="1"/>
          </p:cNvSpPr>
          <p:nvPr/>
        </p:nvSpPr>
        <p:spPr>
          <a:xfrm xmlns:a="http://schemas.openxmlformats.org/drawingml/2006/main">
            <a:off x="609600" y="1123950"/>
            <a:ext cx="876300" cy="38100"/>
          </a:xfrm>
          <a:prstGeom xmlns:a="http://schemas.openxmlformats.org/drawingml/2006/main" prst="rect">
            <a:avLst/>
          </a:prstGeom>
          <a:solidFill xmlns:a="http://schemas.openxmlformats.org/drawingml/2006/main">
            <a:srgbClr val="769656"/>
          </a:solidFill>
          <a:ln xmlns:a="http://schemas.openxmlformats.org/drawingml/2006/main" w="0">
            <a:solidFill>
              <a:srgbClr val="769656"/>
            </a:solidFill>
            <a:prstDash val="solid"/>
          </a:ln>
        </p:spPr>
      </p:sp>
      <p:sp>
        <p:nvSpPr>
          <p:cNvPr id="5" name="">
            <a:extLst xmlns:a="http://schemas.openxmlformats.org/drawingml/2006/main">
              <a:ext uri="{FF2B5EF4-FFF2-40B4-BE49-F238E27FC236}">
                <a16:creationId xmlns:a16="http://schemas.microsoft.com/office/drawing/2014/main" id="{299EE41A-42D8-4172-A759-68DAD32EFFF1}"/>
              </a:ext>
            </a:extLst>
          </p:cNvPr>
          <p:cNvSpPr>
            <a:spLocks xmlns:a="http://schemas.openxmlformats.org/drawingml/2006/main" noGrp="1"/>
          </p:cNvSpPr>
          <p:nvPr/>
        </p:nvSpPr>
        <p:spPr>
          <a:xfrm xmlns:a="http://schemas.openxmlformats.org/drawingml/2006/main">
            <a:off x="609600" y="6572250"/>
            <a:ext cx="4000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64748B"/>
                </a:solidFill>
              </a:defRPr>
            </a:pPr>
            <a:r>
              <a:rPr sz="825" b="0">
                <a:solidFill>
                  <a:srgbClr val="64748B"/>
                </a:solidFill>
              </a:rPr>
              <a:t>HCI • PA1 • Chess.com</a:t>
            </a:r>
          </a:p>
        </p:txBody>
      </p:sp>
      <p:sp>
        <p:nvSpPr>
          <p:cNvPr id="6" name="">
            <a:extLst xmlns:a="http://schemas.openxmlformats.org/drawingml/2006/main">
              <a:ext uri="{FF2B5EF4-FFF2-40B4-BE49-F238E27FC236}">
                <a16:creationId xmlns:a16="http://schemas.microsoft.com/office/drawing/2014/main" id="{B0EF7544-6C2F-4FED-A31B-A416CDAB1720}"/>
              </a:ext>
            </a:extLst>
          </p:cNvPr>
          <p:cNvSpPr>
            <a:spLocks xmlns:a="http://schemas.openxmlformats.org/drawingml/2006/main" noGrp="1"/>
          </p:cNvSpPr>
          <p:nvPr/>
        </p:nvSpPr>
        <p:spPr>
          <a:xfrm xmlns:a="http://schemas.openxmlformats.org/drawingml/2006/main">
            <a:off x="10668000" y="657225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64748B"/>
                </a:solidFill>
              </a:defRPr>
            </a:pPr>
            <a:r>
              <a:rPr sz="825" b="0">
                <a:solidFill>
                  <a:srgbClr val="64748B"/>
                </a:solidFill>
              </a:rPr>
              <a:t>12 / 12</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9c363dbf8cd545b0"/>
          <a:stretch xmlns:a="http://schemas.openxmlformats.org/drawingml/2006/main"/>
        </p:blipFill>
        <p:spPr>
          <a:xfrm xmlns:a="http://schemas.openxmlformats.org/drawingml/2006/main">
            <a:off x="9258300" y="1466850"/>
            <a:ext cx="2057400" cy="1428750"/>
          </a:xfrm>
          <a:prstGeom xmlns:a="http://schemas.openxmlformats.org/drawingml/2006/main" prst="roundRect">
            <a:avLst>
              <a:gd name="adj" fmla="val 8000"/>
            </a:avLst>
          </a:prstGeom>
        </p:spPr>
      </p:pic>
      <p:sp>
        <p:nvSpPr>
          <p:cNvPr id="8" name="">
            <a:extLst xmlns:a="http://schemas.openxmlformats.org/drawingml/2006/main">
              <a:ext uri="{FF2B5EF4-FFF2-40B4-BE49-F238E27FC236}">
                <a16:creationId xmlns:a16="http://schemas.microsoft.com/office/drawing/2014/main" id="{E1B70A61-52B1-48AE-AFB2-DD1C1E1D3BC5}"/>
              </a:ext>
            </a:extLst>
          </p:cNvPr>
          <p:cNvSpPr>
            <a:spLocks xmlns:a="http://schemas.openxmlformats.org/drawingml/2006/main" noGrp="1"/>
          </p:cNvSpPr>
          <p:nvPr/>
        </p:nvSpPr>
        <p:spPr>
          <a:xfrm xmlns:a="http://schemas.openxmlformats.org/drawingml/2006/main">
            <a:off x="609600" y="1466850"/>
            <a:ext cx="8077200" cy="381000"/>
          </a:xfrm>
          <a:prstGeom xmlns:a="http://schemas.openxmlformats.org/drawingml/2006/main" prst="roundRect">
            <a:avLst>
              <a:gd name="adj" fmla="val 30000"/>
            </a:avLst>
          </a:prstGeom>
          <a:solidFill xmlns:a="http://schemas.openxmlformats.org/drawingml/2006/main">
            <a:srgbClr val="263A29"/>
          </a:solidFill>
          <a:ln xmlns:a="http://schemas.openxmlformats.org/drawingml/2006/main" w="9525">
            <a:solidFill>
              <a:srgbClr val="263A29"/>
            </a:solidFill>
            <a:prstDash val="solid"/>
          </a:ln>
        </p:spPr>
      </p:sp>
      <p:sp>
        <p:nvSpPr>
          <p:cNvPr id="9" name="">
            <a:extLst xmlns:a="http://schemas.openxmlformats.org/drawingml/2006/main">
              <a:ext uri="{FF2B5EF4-FFF2-40B4-BE49-F238E27FC236}">
                <a16:creationId xmlns:a16="http://schemas.microsoft.com/office/drawing/2014/main" id="{EDC6927D-B545-4AB1-B1DF-E86FA4E4CAAF}"/>
              </a:ext>
            </a:extLst>
          </p:cNvPr>
          <p:cNvSpPr>
            <a:spLocks xmlns:a="http://schemas.openxmlformats.org/drawingml/2006/main" noGrp="1"/>
          </p:cNvSpPr>
          <p:nvPr/>
        </p:nvSpPr>
        <p:spPr>
          <a:xfrm xmlns:a="http://schemas.openxmlformats.org/drawingml/2006/main">
            <a:off x="685800" y="1504950"/>
            <a:ext cx="14192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Solution</a:t>
            </a:r>
          </a:p>
        </p:txBody>
      </p:sp>
      <p:sp>
        <p:nvSpPr>
          <p:cNvPr id="10" name="">
            <a:extLst xmlns:a="http://schemas.openxmlformats.org/drawingml/2006/main">
              <a:ext uri="{FF2B5EF4-FFF2-40B4-BE49-F238E27FC236}">
                <a16:creationId xmlns:a16="http://schemas.microsoft.com/office/drawing/2014/main" id="{A3C481FD-D380-4546-A370-0AF4CDB63998}"/>
              </a:ext>
            </a:extLst>
          </p:cNvPr>
          <p:cNvSpPr>
            <a:spLocks xmlns:a="http://schemas.openxmlformats.org/drawingml/2006/main" noGrp="1"/>
          </p:cNvSpPr>
          <p:nvPr/>
        </p:nvSpPr>
        <p:spPr>
          <a:xfrm xmlns:a="http://schemas.openxmlformats.org/drawingml/2006/main">
            <a:off x="2257425" y="1504950"/>
            <a:ext cx="15144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Khắc phục</a:t>
            </a:r>
          </a:p>
        </p:txBody>
      </p:sp>
      <p:sp>
        <p:nvSpPr>
          <p:cNvPr id="11" name="">
            <a:extLst xmlns:a="http://schemas.openxmlformats.org/drawingml/2006/main">
              <a:ext uri="{FF2B5EF4-FFF2-40B4-BE49-F238E27FC236}">
                <a16:creationId xmlns:a16="http://schemas.microsoft.com/office/drawing/2014/main" id="{F290457F-962A-4D3D-99E8-884AA6B8DB94}"/>
              </a:ext>
            </a:extLst>
          </p:cNvPr>
          <p:cNvSpPr>
            <a:spLocks xmlns:a="http://schemas.openxmlformats.org/drawingml/2006/main" noGrp="1"/>
          </p:cNvSpPr>
          <p:nvPr/>
        </p:nvSpPr>
        <p:spPr>
          <a:xfrm xmlns:a="http://schemas.openxmlformats.org/drawingml/2006/main">
            <a:off x="3924300" y="1504950"/>
            <a:ext cx="146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Nguyên nhân HCI</a:t>
            </a:r>
          </a:p>
        </p:txBody>
      </p:sp>
      <p:sp>
        <p:nvSpPr>
          <p:cNvPr id="12" name="">
            <a:extLst xmlns:a="http://schemas.openxmlformats.org/drawingml/2006/main">
              <a:ext uri="{FF2B5EF4-FFF2-40B4-BE49-F238E27FC236}">
                <a16:creationId xmlns:a16="http://schemas.microsoft.com/office/drawing/2014/main" id="{F6F769D2-1007-4130-BB43-2773A575CB12}"/>
              </a:ext>
            </a:extLst>
          </p:cNvPr>
          <p:cNvSpPr>
            <a:spLocks xmlns:a="http://schemas.openxmlformats.org/drawingml/2006/main" noGrp="1"/>
          </p:cNvSpPr>
          <p:nvPr/>
        </p:nvSpPr>
        <p:spPr>
          <a:xfrm xmlns:a="http://schemas.openxmlformats.org/drawingml/2006/main">
            <a:off x="5543550" y="1504950"/>
            <a:ext cx="15144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Cách sửa trên UI</a:t>
            </a:r>
          </a:p>
        </p:txBody>
      </p:sp>
      <p:sp>
        <p:nvSpPr>
          <p:cNvPr id="13" name="">
            <a:extLst xmlns:a="http://schemas.openxmlformats.org/drawingml/2006/main">
              <a:ext uri="{FF2B5EF4-FFF2-40B4-BE49-F238E27FC236}">
                <a16:creationId xmlns:a16="http://schemas.microsoft.com/office/drawing/2014/main" id="{74345A65-106B-4A1E-9CF4-37FD2C4BCF04}"/>
              </a:ext>
            </a:extLst>
          </p:cNvPr>
          <p:cNvSpPr>
            <a:spLocks xmlns:a="http://schemas.openxmlformats.org/drawingml/2006/main" noGrp="1"/>
          </p:cNvSpPr>
          <p:nvPr/>
        </p:nvSpPr>
        <p:spPr>
          <a:xfrm xmlns:a="http://schemas.openxmlformats.org/drawingml/2006/main">
            <a:off x="7210425" y="1504950"/>
            <a:ext cx="14001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Kết quả</a:t>
            </a:r>
          </a:p>
        </p:txBody>
      </p:sp>
      <p:sp>
        <p:nvSpPr>
          <p:cNvPr id="14" name="">
            <a:extLst xmlns:a="http://schemas.openxmlformats.org/drawingml/2006/main">
              <a:ext uri="{FF2B5EF4-FFF2-40B4-BE49-F238E27FC236}">
                <a16:creationId xmlns:a16="http://schemas.microsoft.com/office/drawing/2014/main" id="{793F499A-A1B7-4039-8390-9F32A5EC5E69}"/>
              </a:ext>
            </a:extLst>
          </p:cNvPr>
          <p:cNvSpPr>
            <a:spLocks xmlns:a="http://schemas.openxmlformats.org/drawingml/2006/main" noGrp="1"/>
          </p:cNvSpPr>
          <p:nvPr/>
        </p:nvSpPr>
        <p:spPr>
          <a:xfrm xmlns:a="http://schemas.openxmlformats.org/drawingml/2006/main">
            <a:off x="609600" y="1905000"/>
            <a:ext cx="8077200" cy="561975"/>
          </a:xfrm>
          <a:prstGeom xmlns:a="http://schemas.openxmlformats.org/drawingml/2006/main" prst="roundRect">
            <a:avLst>
              <a:gd name="adj" fmla="val 20339"/>
            </a:avLst>
          </a:prstGeom>
          <a:solidFill xmlns:a="http://schemas.openxmlformats.org/drawingml/2006/main">
            <a:srgbClr val="FFFFFF"/>
          </a:solidFill>
          <a:ln xmlns:a="http://schemas.openxmlformats.org/drawingml/2006/main" w="9525">
            <a:solidFill>
              <a:srgbClr val="EEF4E8"/>
            </a:solidFill>
            <a:prstDash val="solid"/>
          </a:ln>
        </p:spPr>
      </p:sp>
      <p:sp>
        <p:nvSpPr>
          <p:cNvPr id="15" name="">
            <a:extLst xmlns:a="http://schemas.openxmlformats.org/drawingml/2006/main">
              <a:ext uri="{FF2B5EF4-FFF2-40B4-BE49-F238E27FC236}">
                <a16:creationId xmlns:a16="http://schemas.microsoft.com/office/drawing/2014/main" id="{70812690-B0FC-468F-961C-B2D990087810}"/>
              </a:ext>
            </a:extLst>
          </p:cNvPr>
          <p:cNvSpPr>
            <a:spLocks xmlns:a="http://schemas.openxmlformats.org/drawingml/2006/main" noGrp="1"/>
          </p:cNvSpPr>
          <p:nvPr/>
        </p:nvSpPr>
        <p:spPr>
          <a:xfrm xmlns:a="http://schemas.openxmlformats.org/drawingml/2006/main">
            <a:off x="685800" y="1952625"/>
            <a:ext cx="14192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1">
                <a:solidFill>
                  <a:srgbClr val="263A29"/>
                </a:solidFill>
              </a:defRPr>
            </a:pPr>
            <a:r>
              <a:rPr sz="938" b="1">
                <a:solidFill>
                  <a:srgbClr val="263A29"/>
                </a:solidFill>
              </a:rPr>
              <a:t>Goal-based onboarding</a:t>
            </a:r>
          </a:p>
        </p:txBody>
      </p:sp>
      <p:sp>
        <p:nvSpPr>
          <p:cNvPr id="16" name="">
            <a:extLst xmlns:a="http://schemas.openxmlformats.org/drawingml/2006/main">
              <a:ext uri="{FF2B5EF4-FFF2-40B4-BE49-F238E27FC236}">
                <a16:creationId xmlns:a16="http://schemas.microsoft.com/office/drawing/2014/main" id="{13471DCD-7621-4FB4-B031-9A64C03D1432}"/>
              </a:ext>
            </a:extLst>
          </p:cNvPr>
          <p:cNvSpPr>
            <a:spLocks xmlns:a="http://schemas.openxmlformats.org/drawingml/2006/main" noGrp="1"/>
          </p:cNvSpPr>
          <p:nvPr/>
        </p:nvSpPr>
        <p:spPr>
          <a:xfrm xmlns:a="http://schemas.openxmlformats.org/drawingml/2006/main">
            <a:off x="2257425" y="1952625"/>
            <a:ext cx="15144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Không biết bắt đầu</a:t>
            </a:r>
          </a:p>
        </p:txBody>
      </p:sp>
      <p:sp>
        <p:nvSpPr>
          <p:cNvPr id="17" name="">
            <a:extLst xmlns:a="http://schemas.openxmlformats.org/drawingml/2006/main">
              <a:ext uri="{FF2B5EF4-FFF2-40B4-BE49-F238E27FC236}">
                <a16:creationId xmlns:a16="http://schemas.microsoft.com/office/drawing/2014/main" id="{F2306BF7-8393-4034-8411-4D0921CE134D}"/>
              </a:ext>
            </a:extLst>
          </p:cNvPr>
          <p:cNvSpPr>
            <a:spLocks xmlns:a="http://schemas.openxmlformats.org/drawingml/2006/main" noGrp="1"/>
          </p:cNvSpPr>
          <p:nvPr/>
        </p:nvSpPr>
        <p:spPr>
          <a:xfrm xmlns:a="http://schemas.openxmlformats.org/drawingml/2006/main">
            <a:off x="3924300" y="1952625"/>
            <a:ext cx="14668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Cognitive load</a:t>
            </a:r>
          </a:p>
        </p:txBody>
      </p:sp>
      <p:sp>
        <p:nvSpPr>
          <p:cNvPr id="18" name="">
            <a:extLst xmlns:a="http://schemas.openxmlformats.org/drawingml/2006/main">
              <a:ext uri="{FF2B5EF4-FFF2-40B4-BE49-F238E27FC236}">
                <a16:creationId xmlns:a16="http://schemas.microsoft.com/office/drawing/2014/main" id="{8A342E8D-6CCB-4562-AE39-E13E40944F62}"/>
              </a:ext>
            </a:extLst>
          </p:cNvPr>
          <p:cNvSpPr>
            <a:spLocks xmlns:a="http://schemas.openxmlformats.org/drawingml/2006/main" noGrp="1"/>
          </p:cNvSpPr>
          <p:nvPr/>
        </p:nvSpPr>
        <p:spPr>
          <a:xfrm xmlns:a="http://schemas.openxmlformats.org/drawingml/2006/main">
            <a:off x="5543550" y="1952625"/>
            <a:ext cx="15144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Chọn mục tiêu → lộ trình</a:t>
            </a:r>
          </a:p>
        </p:txBody>
      </p:sp>
      <p:sp>
        <p:nvSpPr>
          <p:cNvPr id="19" name="">
            <a:extLst xmlns:a="http://schemas.openxmlformats.org/drawingml/2006/main">
              <a:ext uri="{FF2B5EF4-FFF2-40B4-BE49-F238E27FC236}">
                <a16:creationId xmlns:a16="http://schemas.microsoft.com/office/drawing/2014/main" id="{608B4482-EFA7-4025-89F6-1B40DCCC5D75}"/>
              </a:ext>
            </a:extLst>
          </p:cNvPr>
          <p:cNvSpPr>
            <a:spLocks xmlns:a="http://schemas.openxmlformats.org/drawingml/2006/main" noGrp="1"/>
          </p:cNvSpPr>
          <p:nvPr/>
        </p:nvSpPr>
        <p:spPr>
          <a:xfrm xmlns:a="http://schemas.openxmlformats.org/drawingml/2006/main">
            <a:off x="7210425" y="1952625"/>
            <a:ext cx="14001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Có bước đầu rõ</a:t>
            </a:r>
          </a:p>
        </p:txBody>
      </p:sp>
      <p:sp>
        <p:nvSpPr>
          <p:cNvPr id="20" name="">
            <a:extLst xmlns:a="http://schemas.openxmlformats.org/drawingml/2006/main">
              <a:ext uri="{FF2B5EF4-FFF2-40B4-BE49-F238E27FC236}">
                <a16:creationId xmlns:a16="http://schemas.microsoft.com/office/drawing/2014/main" id="{EE0228F8-F528-49FA-B048-6268199681DC}"/>
              </a:ext>
            </a:extLst>
          </p:cNvPr>
          <p:cNvSpPr>
            <a:spLocks xmlns:a="http://schemas.openxmlformats.org/drawingml/2006/main" noGrp="1"/>
          </p:cNvSpPr>
          <p:nvPr/>
        </p:nvSpPr>
        <p:spPr>
          <a:xfrm xmlns:a="http://schemas.openxmlformats.org/drawingml/2006/main">
            <a:off x="609600" y="2524125"/>
            <a:ext cx="8077200" cy="561975"/>
          </a:xfrm>
          <a:prstGeom xmlns:a="http://schemas.openxmlformats.org/drawingml/2006/main" prst="roundRect">
            <a:avLst>
              <a:gd name="adj" fmla="val 20339"/>
            </a:avLst>
          </a:prstGeom>
          <a:solidFill xmlns:a="http://schemas.openxmlformats.org/drawingml/2006/main">
            <a:srgbClr val="EEF4E8"/>
          </a:solidFill>
          <a:ln xmlns:a="http://schemas.openxmlformats.org/drawingml/2006/main" w="9525">
            <a:solidFill>
              <a:srgbClr val="EEF4E8"/>
            </a:solidFill>
            <a:prstDash val="solid"/>
          </a:ln>
        </p:spPr>
      </p:sp>
      <p:sp>
        <p:nvSpPr>
          <p:cNvPr id="21" name="">
            <a:extLst xmlns:a="http://schemas.openxmlformats.org/drawingml/2006/main">
              <a:ext uri="{FF2B5EF4-FFF2-40B4-BE49-F238E27FC236}">
                <a16:creationId xmlns:a16="http://schemas.microsoft.com/office/drawing/2014/main" id="{A1433CED-1F19-4958-A00E-C9FAC691B9F3}"/>
              </a:ext>
            </a:extLst>
          </p:cNvPr>
          <p:cNvSpPr>
            <a:spLocks xmlns:a="http://schemas.openxmlformats.org/drawingml/2006/main" noGrp="1"/>
          </p:cNvSpPr>
          <p:nvPr/>
        </p:nvSpPr>
        <p:spPr>
          <a:xfrm xmlns:a="http://schemas.openxmlformats.org/drawingml/2006/main">
            <a:off x="685800" y="2571750"/>
            <a:ext cx="14192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1">
                <a:solidFill>
                  <a:srgbClr val="263A29"/>
                </a:solidFill>
              </a:defRPr>
            </a:pPr>
            <a:r>
              <a:rPr sz="938" b="1">
                <a:solidFill>
                  <a:srgbClr val="263A29"/>
                </a:solidFill>
              </a:rPr>
              <a:t>Personal dashboard</a:t>
            </a:r>
          </a:p>
        </p:txBody>
      </p:sp>
      <p:sp>
        <p:nvSpPr>
          <p:cNvPr id="22" name="">
            <a:extLst xmlns:a="http://schemas.openxmlformats.org/drawingml/2006/main">
              <a:ext uri="{FF2B5EF4-FFF2-40B4-BE49-F238E27FC236}">
                <a16:creationId xmlns:a16="http://schemas.microsoft.com/office/drawing/2014/main" id="{AB64C093-1D9B-4CC4-B596-AAA194ADBD68}"/>
              </a:ext>
            </a:extLst>
          </p:cNvPr>
          <p:cNvSpPr>
            <a:spLocks xmlns:a="http://schemas.openxmlformats.org/drawingml/2006/main" noGrp="1"/>
          </p:cNvSpPr>
          <p:nvPr/>
        </p:nvSpPr>
        <p:spPr>
          <a:xfrm xmlns:a="http://schemas.openxmlformats.org/drawingml/2006/main">
            <a:off x="2257425" y="2571750"/>
            <a:ext cx="15144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Tính năng rời rạc</a:t>
            </a:r>
          </a:p>
        </p:txBody>
      </p:sp>
      <p:sp>
        <p:nvSpPr>
          <p:cNvPr id="23" name="">
            <a:extLst xmlns:a="http://schemas.openxmlformats.org/drawingml/2006/main">
              <a:ext uri="{FF2B5EF4-FFF2-40B4-BE49-F238E27FC236}">
                <a16:creationId xmlns:a16="http://schemas.microsoft.com/office/drawing/2014/main" id="{30E99F67-5FFA-4A0D-A0C2-21D1D68C8632}"/>
              </a:ext>
            </a:extLst>
          </p:cNvPr>
          <p:cNvSpPr>
            <a:spLocks xmlns:a="http://schemas.openxmlformats.org/drawingml/2006/main" noGrp="1"/>
          </p:cNvSpPr>
          <p:nvPr/>
        </p:nvSpPr>
        <p:spPr>
          <a:xfrm xmlns:a="http://schemas.openxmlformats.org/drawingml/2006/main">
            <a:off x="3924300" y="2571750"/>
            <a:ext cx="14668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Visibility</a:t>
            </a:r>
          </a:p>
        </p:txBody>
      </p:sp>
      <p:sp>
        <p:nvSpPr>
          <p:cNvPr id="24" name="">
            <a:extLst xmlns:a="http://schemas.openxmlformats.org/drawingml/2006/main">
              <a:ext uri="{FF2B5EF4-FFF2-40B4-BE49-F238E27FC236}">
                <a16:creationId xmlns:a16="http://schemas.microsoft.com/office/drawing/2014/main" id="{073099D4-A0AC-4CA1-B483-AAD0393CA846}"/>
              </a:ext>
            </a:extLst>
          </p:cNvPr>
          <p:cNvSpPr>
            <a:spLocks xmlns:a="http://schemas.openxmlformats.org/drawingml/2006/main" noGrp="1"/>
          </p:cNvSpPr>
          <p:nvPr/>
        </p:nvSpPr>
        <p:spPr>
          <a:xfrm xmlns:a="http://schemas.openxmlformats.org/drawingml/2006/main">
            <a:off x="5543550" y="2571750"/>
            <a:ext cx="15144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Next action theo mục tiêu</a:t>
            </a:r>
          </a:p>
        </p:txBody>
      </p:sp>
      <p:sp>
        <p:nvSpPr>
          <p:cNvPr id="25" name="">
            <a:extLst xmlns:a="http://schemas.openxmlformats.org/drawingml/2006/main">
              <a:ext uri="{FF2B5EF4-FFF2-40B4-BE49-F238E27FC236}">
                <a16:creationId xmlns:a16="http://schemas.microsoft.com/office/drawing/2014/main" id="{989369A3-A291-47D6-B18B-8278BE00068C}"/>
              </a:ext>
            </a:extLst>
          </p:cNvPr>
          <p:cNvSpPr>
            <a:spLocks xmlns:a="http://schemas.openxmlformats.org/drawingml/2006/main" noGrp="1"/>
          </p:cNvSpPr>
          <p:nvPr/>
        </p:nvSpPr>
        <p:spPr>
          <a:xfrm xmlns:a="http://schemas.openxmlformats.org/drawingml/2006/main">
            <a:off x="7210425" y="2571750"/>
            <a:ext cx="14001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Tiếp tục dễ</a:t>
            </a:r>
          </a:p>
        </p:txBody>
      </p:sp>
      <p:sp>
        <p:nvSpPr>
          <p:cNvPr id="26" name="">
            <a:extLst xmlns:a="http://schemas.openxmlformats.org/drawingml/2006/main">
              <a:ext uri="{FF2B5EF4-FFF2-40B4-BE49-F238E27FC236}">
                <a16:creationId xmlns:a16="http://schemas.microsoft.com/office/drawing/2014/main" id="{72379B1A-6C20-45F6-990A-1EB29783E59A}"/>
              </a:ext>
            </a:extLst>
          </p:cNvPr>
          <p:cNvSpPr>
            <a:spLocks xmlns:a="http://schemas.openxmlformats.org/drawingml/2006/main" noGrp="1"/>
          </p:cNvSpPr>
          <p:nvPr/>
        </p:nvSpPr>
        <p:spPr>
          <a:xfrm xmlns:a="http://schemas.openxmlformats.org/drawingml/2006/main">
            <a:off x="609600" y="3143250"/>
            <a:ext cx="8077200" cy="561975"/>
          </a:xfrm>
          <a:prstGeom xmlns:a="http://schemas.openxmlformats.org/drawingml/2006/main" prst="roundRect">
            <a:avLst>
              <a:gd name="adj" fmla="val 20339"/>
            </a:avLst>
          </a:prstGeom>
          <a:solidFill xmlns:a="http://schemas.openxmlformats.org/drawingml/2006/main">
            <a:srgbClr val="FFFFFF"/>
          </a:solidFill>
          <a:ln xmlns:a="http://schemas.openxmlformats.org/drawingml/2006/main" w="9525">
            <a:solidFill>
              <a:srgbClr val="EEF4E8"/>
            </a:solidFill>
            <a:prstDash val="solid"/>
          </a:ln>
        </p:spPr>
      </p:sp>
      <p:sp>
        <p:nvSpPr>
          <p:cNvPr id="27" name="">
            <a:extLst xmlns:a="http://schemas.openxmlformats.org/drawingml/2006/main">
              <a:ext uri="{FF2B5EF4-FFF2-40B4-BE49-F238E27FC236}">
                <a16:creationId xmlns:a16="http://schemas.microsoft.com/office/drawing/2014/main" id="{0FF03CD8-E77A-4730-99CD-0EE6099E1ADE}"/>
              </a:ext>
            </a:extLst>
          </p:cNvPr>
          <p:cNvSpPr>
            <a:spLocks xmlns:a="http://schemas.openxmlformats.org/drawingml/2006/main" noGrp="1"/>
          </p:cNvSpPr>
          <p:nvPr/>
        </p:nvSpPr>
        <p:spPr>
          <a:xfrm xmlns:a="http://schemas.openxmlformats.org/drawingml/2006/main">
            <a:off x="685800" y="3190875"/>
            <a:ext cx="14192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1">
                <a:solidFill>
                  <a:srgbClr val="263A29"/>
                </a:solidFill>
              </a:defRPr>
            </a:pPr>
            <a:r>
              <a:rPr sz="938" b="1">
                <a:solidFill>
                  <a:srgbClr val="263A29"/>
                </a:solidFill>
              </a:rPr>
              <a:t>Beginner analysis preset</a:t>
            </a:r>
          </a:p>
        </p:txBody>
      </p:sp>
      <p:sp>
        <p:nvSpPr>
          <p:cNvPr id="28" name="">
            <a:extLst xmlns:a="http://schemas.openxmlformats.org/drawingml/2006/main">
              <a:ext uri="{FF2B5EF4-FFF2-40B4-BE49-F238E27FC236}">
                <a16:creationId xmlns:a16="http://schemas.microsoft.com/office/drawing/2014/main" id="{FDF68D03-4874-40B4-8C44-2D69D6381CC3}"/>
              </a:ext>
            </a:extLst>
          </p:cNvPr>
          <p:cNvSpPr>
            <a:spLocks xmlns:a="http://schemas.openxmlformats.org/drawingml/2006/main" noGrp="1"/>
          </p:cNvSpPr>
          <p:nvPr/>
        </p:nvSpPr>
        <p:spPr>
          <a:xfrm xmlns:a="http://schemas.openxmlformats.org/drawingml/2006/main">
            <a:off x="2257425" y="3190875"/>
            <a:ext cx="15144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Review quá dày</a:t>
            </a:r>
          </a:p>
        </p:txBody>
      </p:sp>
      <p:sp>
        <p:nvSpPr>
          <p:cNvPr id="29" name="">
            <a:extLst xmlns:a="http://schemas.openxmlformats.org/drawingml/2006/main">
              <a:ext uri="{FF2B5EF4-FFF2-40B4-BE49-F238E27FC236}">
                <a16:creationId xmlns:a16="http://schemas.microsoft.com/office/drawing/2014/main" id="{111B15D0-EDE4-4C91-B5F7-F1A8C6A4A747}"/>
              </a:ext>
            </a:extLst>
          </p:cNvPr>
          <p:cNvSpPr>
            <a:spLocks xmlns:a="http://schemas.openxmlformats.org/drawingml/2006/main" noGrp="1"/>
          </p:cNvSpPr>
          <p:nvPr/>
        </p:nvSpPr>
        <p:spPr>
          <a:xfrm xmlns:a="http://schemas.openxmlformats.org/drawingml/2006/main">
            <a:off x="3924300" y="3190875"/>
            <a:ext cx="14668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Progressive disclosure</a:t>
            </a:r>
          </a:p>
        </p:txBody>
      </p:sp>
      <p:sp>
        <p:nvSpPr>
          <p:cNvPr id="30" name="">
            <a:extLst xmlns:a="http://schemas.openxmlformats.org/drawingml/2006/main">
              <a:ext uri="{FF2B5EF4-FFF2-40B4-BE49-F238E27FC236}">
                <a16:creationId xmlns:a16="http://schemas.microsoft.com/office/drawing/2014/main" id="{06A523C4-1188-4979-9ABA-3B7333F43345}"/>
              </a:ext>
            </a:extLst>
          </p:cNvPr>
          <p:cNvSpPr>
            <a:spLocks xmlns:a="http://schemas.openxmlformats.org/drawingml/2006/main" noGrp="1"/>
          </p:cNvSpPr>
          <p:nvPr/>
        </p:nvSpPr>
        <p:spPr>
          <a:xfrm xmlns:a="http://schemas.openxmlformats.org/drawingml/2006/main">
            <a:off x="5543550" y="3190875"/>
            <a:ext cx="15144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Best move + lỗi chính trước</a:t>
            </a:r>
          </a:p>
        </p:txBody>
      </p:sp>
      <p:sp>
        <p:nvSpPr>
          <p:cNvPr id="31" name="">
            <a:extLst xmlns:a="http://schemas.openxmlformats.org/drawingml/2006/main">
              <a:ext uri="{FF2B5EF4-FFF2-40B4-BE49-F238E27FC236}">
                <a16:creationId xmlns:a16="http://schemas.microsoft.com/office/drawing/2014/main" id="{536A3857-E809-4206-A4DF-1F27F14DA6C1}"/>
              </a:ext>
            </a:extLst>
          </p:cNvPr>
          <p:cNvSpPr>
            <a:spLocks xmlns:a="http://schemas.openxmlformats.org/drawingml/2006/main" noGrp="1"/>
          </p:cNvSpPr>
          <p:nvPr/>
        </p:nvSpPr>
        <p:spPr>
          <a:xfrm xmlns:a="http://schemas.openxmlformats.org/drawingml/2006/main">
            <a:off x="7210425" y="3190875"/>
            <a:ext cx="14001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Hiểu trọng điểm</a:t>
            </a:r>
          </a:p>
        </p:txBody>
      </p:sp>
      <p:sp>
        <p:nvSpPr>
          <p:cNvPr id="32" name="">
            <a:extLst xmlns:a="http://schemas.openxmlformats.org/drawingml/2006/main">
              <a:ext uri="{FF2B5EF4-FFF2-40B4-BE49-F238E27FC236}">
                <a16:creationId xmlns:a16="http://schemas.microsoft.com/office/drawing/2014/main" id="{D8712C4E-D28D-47FF-8F34-BA7FB587B607}"/>
              </a:ext>
            </a:extLst>
          </p:cNvPr>
          <p:cNvSpPr>
            <a:spLocks xmlns:a="http://schemas.openxmlformats.org/drawingml/2006/main" noGrp="1"/>
          </p:cNvSpPr>
          <p:nvPr/>
        </p:nvSpPr>
        <p:spPr>
          <a:xfrm xmlns:a="http://schemas.openxmlformats.org/drawingml/2006/main">
            <a:off x="609600" y="3762375"/>
            <a:ext cx="8077200" cy="561975"/>
          </a:xfrm>
          <a:prstGeom xmlns:a="http://schemas.openxmlformats.org/drawingml/2006/main" prst="roundRect">
            <a:avLst>
              <a:gd name="adj" fmla="val 20339"/>
            </a:avLst>
          </a:prstGeom>
          <a:solidFill xmlns:a="http://schemas.openxmlformats.org/drawingml/2006/main">
            <a:srgbClr val="EEF4E8"/>
          </a:solidFill>
          <a:ln xmlns:a="http://schemas.openxmlformats.org/drawingml/2006/main" w="9525">
            <a:solidFill>
              <a:srgbClr val="EEF4E8"/>
            </a:solidFill>
            <a:prstDash val="solid"/>
          </a:ln>
        </p:spPr>
      </p:sp>
      <p:sp>
        <p:nvSpPr>
          <p:cNvPr id="33" name="">
            <a:extLst xmlns:a="http://schemas.openxmlformats.org/drawingml/2006/main">
              <a:ext uri="{FF2B5EF4-FFF2-40B4-BE49-F238E27FC236}">
                <a16:creationId xmlns:a16="http://schemas.microsoft.com/office/drawing/2014/main" id="{D2207953-8892-407F-A584-4366DCB50970}"/>
              </a:ext>
            </a:extLst>
          </p:cNvPr>
          <p:cNvSpPr>
            <a:spLocks xmlns:a="http://schemas.openxmlformats.org/drawingml/2006/main" noGrp="1"/>
          </p:cNvSpPr>
          <p:nvPr/>
        </p:nvSpPr>
        <p:spPr>
          <a:xfrm xmlns:a="http://schemas.openxmlformats.org/drawingml/2006/main">
            <a:off x="685800" y="3810000"/>
            <a:ext cx="14192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1">
                <a:solidFill>
                  <a:srgbClr val="263A29"/>
                </a:solidFill>
              </a:defRPr>
            </a:pPr>
            <a:r>
              <a:rPr sz="938" b="1">
                <a:solidFill>
                  <a:srgbClr val="263A29"/>
                </a:solidFill>
              </a:rPr>
              <a:t>Inline glossary</a:t>
            </a:r>
          </a:p>
        </p:txBody>
      </p:sp>
      <p:sp>
        <p:nvSpPr>
          <p:cNvPr id="34" name="">
            <a:extLst xmlns:a="http://schemas.openxmlformats.org/drawingml/2006/main">
              <a:ext uri="{FF2B5EF4-FFF2-40B4-BE49-F238E27FC236}">
                <a16:creationId xmlns:a16="http://schemas.microsoft.com/office/drawing/2014/main" id="{8711A73D-4419-4E26-88B0-0865D218CEFD}"/>
              </a:ext>
            </a:extLst>
          </p:cNvPr>
          <p:cNvSpPr>
            <a:spLocks xmlns:a="http://schemas.openxmlformats.org/drawingml/2006/main" noGrp="1"/>
          </p:cNvSpPr>
          <p:nvPr/>
        </p:nvSpPr>
        <p:spPr>
          <a:xfrm xmlns:a="http://schemas.openxmlformats.org/drawingml/2006/main">
            <a:off x="2257425" y="3810000"/>
            <a:ext cx="15144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Không hiểu thuật ngữ</a:t>
            </a:r>
          </a:p>
        </p:txBody>
      </p:sp>
      <p:sp>
        <p:nvSpPr>
          <p:cNvPr id="35" name="">
            <a:extLst xmlns:a="http://schemas.openxmlformats.org/drawingml/2006/main">
              <a:ext uri="{FF2B5EF4-FFF2-40B4-BE49-F238E27FC236}">
                <a16:creationId xmlns:a16="http://schemas.microsoft.com/office/drawing/2014/main" id="{6928EFA3-8171-4B5D-8E57-017353C85364}"/>
              </a:ext>
            </a:extLst>
          </p:cNvPr>
          <p:cNvSpPr>
            <a:spLocks xmlns:a="http://schemas.openxmlformats.org/drawingml/2006/main" noGrp="1"/>
          </p:cNvSpPr>
          <p:nvPr/>
        </p:nvSpPr>
        <p:spPr>
          <a:xfrm xmlns:a="http://schemas.openxmlformats.org/drawingml/2006/main">
            <a:off x="3924300" y="3810000"/>
            <a:ext cx="14668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Recognition over recall</a:t>
            </a:r>
          </a:p>
        </p:txBody>
      </p:sp>
      <p:sp>
        <p:nvSpPr>
          <p:cNvPr id="36" name="">
            <a:extLst xmlns:a="http://schemas.openxmlformats.org/drawingml/2006/main">
              <a:ext uri="{FF2B5EF4-FFF2-40B4-BE49-F238E27FC236}">
                <a16:creationId xmlns:a16="http://schemas.microsoft.com/office/drawing/2014/main" id="{511A688B-0654-4C63-9036-91B2309DDFE5}"/>
              </a:ext>
            </a:extLst>
          </p:cNvPr>
          <p:cNvSpPr>
            <a:spLocks xmlns:a="http://schemas.openxmlformats.org/drawingml/2006/main" noGrp="1"/>
          </p:cNvSpPr>
          <p:nvPr/>
        </p:nvSpPr>
        <p:spPr>
          <a:xfrm xmlns:a="http://schemas.openxmlformats.org/drawingml/2006/main">
            <a:off x="5543550" y="3810000"/>
            <a:ext cx="15144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Giải thích ngay tại nhãn</a:t>
            </a:r>
          </a:p>
        </p:txBody>
      </p:sp>
      <p:sp>
        <p:nvSpPr>
          <p:cNvPr id="37" name="">
            <a:extLst xmlns:a="http://schemas.openxmlformats.org/drawingml/2006/main">
              <a:ext uri="{FF2B5EF4-FFF2-40B4-BE49-F238E27FC236}">
                <a16:creationId xmlns:a16="http://schemas.microsoft.com/office/drawing/2014/main" id="{9E0E3EA7-8763-40C3-9F44-1F5FD370BF13}"/>
              </a:ext>
            </a:extLst>
          </p:cNvPr>
          <p:cNvSpPr>
            <a:spLocks xmlns:a="http://schemas.openxmlformats.org/drawingml/2006/main" noGrp="1"/>
          </p:cNvSpPr>
          <p:nvPr/>
        </p:nvSpPr>
        <p:spPr>
          <a:xfrm xmlns:a="http://schemas.openxmlformats.org/drawingml/2006/main">
            <a:off x="7210425" y="3810000"/>
            <a:ext cx="14001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Ít rời ngữ cảnh</a:t>
            </a:r>
          </a:p>
        </p:txBody>
      </p:sp>
      <p:sp>
        <p:nvSpPr>
          <p:cNvPr id="38" name="">
            <a:extLst xmlns:a="http://schemas.openxmlformats.org/drawingml/2006/main">
              <a:ext uri="{FF2B5EF4-FFF2-40B4-BE49-F238E27FC236}">
                <a16:creationId xmlns:a16="http://schemas.microsoft.com/office/drawing/2014/main" id="{46959A48-8E23-4B4E-BBC3-ACA86F332930}"/>
              </a:ext>
            </a:extLst>
          </p:cNvPr>
          <p:cNvSpPr>
            <a:spLocks xmlns:a="http://schemas.openxmlformats.org/drawingml/2006/main" noGrp="1"/>
          </p:cNvSpPr>
          <p:nvPr/>
        </p:nvSpPr>
        <p:spPr>
          <a:xfrm xmlns:a="http://schemas.openxmlformats.org/drawingml/2006/main">
            <a:off x="609600" y="4381500"/>
            <a:ext cx="8077200" cy="561975"/>
          </a:xfrm>
          <a:prstGeom xmlns:a="http://schemas.openxmlformats.org/drawingml/2006/main" prst="roundRect">
            <a:avLst>
              <a:gd name="adj" fmla="val 20339"/>
            </a:avLst>
          </a:prstGeom>
          <a:solidFill xmlns:a="http://schemas.openxmlformats.org/drawingml/2006/main">
            <a:srgbClr val="FFFFFF"/>
          </a:solidFill>
          <a:ln xmlns:a="http://schemas.openxmlformats.org/drawingml/2006/main" w="9525">
            <a:solidFill>
              <a:srgbClr val="EEF4E8"/>
            </a:solidFill>
            <a:prstDash val="solid"/>
          </a:ln>
        </p:spPr>
      </p:sp>
      <p:sp>
        <p:nvSpPr>
          <p:cNvPr id="39" name="">
            <a:extLst xmlns:a="http://schemas.openxmlformats.org/drawingml/2006/main">
              <a:ext uri="{FF2B5EF4-FFF2-40B4-BE49-F238E27FC236}">
                <a16:creationId xmlns:a16="http://schemas.microsoft.com/office/drawing/2014/main" id="{101B566F-2EFD-4425-9D5B-BA1EF180EBF8}"/>
              </a:ext>
            </a:extLst>
          </p:cNvPr>
          <p:cNvSpPr>
            <a:spLocks xmlns:a="http://schemas.openxmlformats.org/drawingml/2006/main" noGrp="1"/>
          </p:cNvSpPr>
          <p:nvPr/>
        </p:nvSpPr>
        <p:spPr>
          <a:xfrm xmlns:a="http://schemas.openxmlformats.org/drawingml/2006/main">
            <a:off x="685800" y="4429125"/>
            <a:ext cx="14192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1">
                <a:solidFill>
                  <a:srgbClr val="263A29"/>
                </a:solidFill>
              </a:defRPr>
            </a:pPr>
            <a:r>
              <a:rPr sz="938" b="1">
                <a:solidFill>
                  <a:srgbClr val="263A29"/>
                </a:solidFill>
              </a:rPr>
              <a:t>Premove preview + clear</a:t>
            </a:r>
          </a:p>
        </p:txBody>
      </p:sp>
      <p:sp>
        <p:nvSpPr>
          <p:cNvPr id="40" name="">
            <a:extLst xmlns:a="http://schemas.openxmlformats.org/drawingml/2006/main">
              <a:ext uri="{FF2B5EF4-FFF2-40B4-BE49-F238E27FC236}">
                <a16:creationId xmlns:a16="http://schemas.microsoft.com/office/drawing/2014/main" id="{B95C61D2-38B6-4F29-A668-E9713E212E43}"/>
              </a:ext>
            </a:extLst>
          </p:cNvPr>
          <p:cNvSpPr>
            <a:spLocks xmlns:a="http://schemas.openxmlformats.org/drawingml/2006/main" noGrp="1"/>
          </p:cNvSpPr>
          <p:nvPr/>
        </p:nvSpPr>
        <p:spPr>
          <a:xfrm xmlns:a="http://schemas.openxmlformats.org/drawingml/2006/main">
            <a:off x="2257425" y="4429125"/>
            <a:ext cx="15144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Nước chờ rủi ro</a:t>
            </a:r>
          </a:p>
        </p:txBody>
      </p:sp>
      <p:sp>
        <p:nvSpPr>
          <p:cNvPr id="41" name="">
            <a:extLst xmlns:a="http://schemas.openxmlformats.org/drawingml/2006/main">
              <a:ext uri="{FF2B5EF4-FFF2-40B4-BE49-F238E27FC236}">
                <a16:creationId xmlns:a16="http://schemas.microsoft.com/office/drawing/2014/main" id="{8FA302CB-BCD0-4C3C-B9C5-2721A85D3237}"/>
              </a:ext>
            </a:extLst>
          </p:cNvPr>
          <p:cNvSpPr>
            <a:spLocks xmlns:a="http://schemas.openxmlformats.org/drawingml/2006/main" noGrp="1"/>
          </p:cNvSpPr>
          <p:nvPr/>
        </p:nvSpPr>
        <p:spPr>
          <a:xfrm xmlns:a="http://schemas.openxmlformats.org/drawingml/2006/main">
            <a:off x="3924300" y="4429125"/>
            <a:ext cx="14668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Error prevention</a:t>
            </a:r>
          </a:p>
        </p:txBody>
      </p:sp>
      <p:sp>
        <p:nvSpPr>
          <p:cNvPr id="42" name="">
            <a:extLst xmlns:a="http://schemas.openxmlformats.org/drawingml/2006/main">
              <a:ext uri="{FF2B5EF4-FFF2-40B4-BE49-F238E27FC236}">
                <a16:creationId xmlns:a16="http://schemas.microsoft.com/office/drawing/2014/main" id="{6EDB1E19-70B5-4BA4-AF34-6B6D1075CD4F}"/>
              </a:ext>
            </a:extLst>
          </p:cNvPr>
          <p:cNvSpPr>
            <a:spLocks xmlns:a="http://schemas.openxmlformats.org/drawingml/2006/main" noGrp="1"/>
          </p:cNvSpPr>
          <p:nvPr/>
        </p:nvSpPr>
        <p:spPr>
          <a:xfrm xmlns:a="http://schemas.openxmlformats.org/drawingml/2006/main">
            <a:off x="5543550" y="4429125"/>
            <a:ext cx="15144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Hiện queue + phím xoá nhanh</a:t>
            </a:r>
          </a:p>
        </p:txBody>
      </p:sp>
      <p:sp>
        <p:nvSpPr>
          <p:cNvPr id="43" name="">
            <a:extLst xmlns:a="http://schemas.openxmlformats.org/drawingml/2006/main">
              <a:ext uri="{FF2B5EF4-FFF2-40B4-BE49-F238E27FC236}">
                <a16:creationId xmlns:a16="http://schemas.microsoft.com/office/drawing/2014/main" id="{83449A81-3F9C-4137-975A-8B653E40417B}"/>
              </a:ext>
            </a:extLst>
          </p:cNvPr>
          <p:cNvSpPr>
            <a:spLocks xmlns:a="http://schemas.openxmlformats.org/drawingml/2006/main" noGrp="1"/>
          </p:cNvSpPr>
          <p:nvPr/>
        </p:nvSpPr>
        <p:spPr>
          <a:xfrm xmlns:a="http://schemas.openxmlformats.org/drawingml/2006/main">
            <a:off x="7210425" y="4429125"/>
            <a:ext cx="14001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Giảm nước ngoài ý muốn</a:t>
            </a:r>
          </a:p>
        </p:txBody>
      </p:sp>
      <p:sp>
        <p:nvSpPr>
          <p:cNvPr id="44" name="">
            <a:extLst xmlns:a="http://schemas.openxmlformats.org/drawingml/2006/main">
              <a:ext uri="{FF2B5EF4-FFF2-40B4-BE49-F238E27FC236}">
                <a16:creationId xmlns:a16="http://schemas.microsoft.com/office/drawing/2014/main" id="{A3924913-5E4D-43C7-863D-DDF4D56961A7}"/>
              </a:ext>
            </a:extLst>
          </p:cNvPr>
          <p:cNvSpPr>
            <a:spLocks xmlns:a="http://schemas.openxmlformats.org/drawingml/2006/main" noGrp="1"/>
          </p:cNvSpPr>
          <p:nvPr/>
        </p:nvSpPr>
        <p:spPr>
          <a:xfrm xmlns:a="http://schemas.openxmlformats.org/drawingml/2006/main">
            <a:off x="609600" y="5000625"/>
            <a:ext cx="8077200" cy="561975"/>
          </a:xfrm>
          <a:prstGeom xmlns:a="http://schemas.openxmlformats.org/drawingml/2006/main" prst="roundRect">
            <a:avLst>
              <a:gd name="adj" fmla="val 20339"/>
            </a:avLst>
          </a:prstGeom>
          <a:solidFill xmlns:a="http://schemas.openxmlformats.org/drawingml/2006/main">
            <a:srgbClr val="EEF4E8"/>
          </a:solidFill>
          <a:ln xmlns:a="http://schemas.openxmlformats.org/drawingml/2006/main" w="9525">
            <a:solidFill>
              <a:srgbClr val="EEF4E8"/>
            </a:solidFill>
            <a:prstDash val="solid"/>
          </a:ln>
        </p:spPr>
      </p:sp>
      <p:sp>
        <p:nvSpPr>
          <p:cNvPr id="45" name="">
            <a:extLst xmlns:a="http://schemas.openxmlformats.org/drawingml/2006/main">
              <a:ext uri="{FF2B5EF4-FFF2-40B4-BE49-F238E27FC236}">
                <a16:creationId xmlns:a16="http://schemas.microsoft.com/office/drawing/2014/main" id="{B30D0619-20CD-434C-9143-E58C8B28EC52}"/>
              </a:ext>
            </a:extLst>
          </p:cNvPr>
          <p:cNvSpPr>
            <a:spLocks xmlns:a="http://schemas.openxmlformats.org/drawingml/2006/main" noGrp="1"/>
          </p:cNvSpPr>
          <p:nvPr/>
        </p:nvSpPr>
        <p:spPr>
          <a:xfrm xmlns:a="http://schemas.openxmlformats.org/drawingml/2006/main">
            <a:off x="685800" y="5048250"/>
            <a:ext cx="14192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1">
                <a:solidFill>
                  <a:srgbClr val="263A29"/>
                </a:solidFill>
              </a:defRPr>
            </a:pPr>
            <a:r>
              <a:rPr sz="938" b="1">
                <a:solidFill>
                  <a:srgbClr val="263A29"/>
                </a:solidFill>
              </a:rPr>
              <a:t>Focus Mode coachmark</a:t>
            </a:r>
          </a:p>
        </p:txBody>
      </p:sp>
      <p:sp>
        <p:nvSpPr>
          <p:cNvPr id="46" name="">
            <a:extLst xmlns:a="http://schemas.openxmlformats.org/drawingml/2006/main">
              <a:ext uri="{FF2B5EF4-FFF2-40B4-BE49-F238E27FC236}">
                <a16:creationId xmlns:a16="http://schemas.microsoft.com/office/drawing/2014/main" id="{2F2F5526-47CA-4F08-8BF1-D5D67BDE2179}"/>
              </a:ext>
            </a:extLst>
          </p:cNvPr>
          <p:cNvSpPr>
            <a:spLocks xmlns:a="http://schemas.openxmlformats.org/drawingml/2006/main" noGrp="1"/>
          </p:cNvSpPr>
          <p:nvPr/>
        </p:nvSpPr>
        <p:spPr>
          <a:xfrm xmlns:a="http://schemas.openxmlformats.org/drawingml/2006/main">
            <a:off x="2257425" y="5048250"/>
            <a:ext cx="15144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Khó tìm chế độ tập trung</a:t>
            </a:r>
          </a:p>
        </p:txBody>
      </p:sp>
      <p:sp>
        <p:nvSpPr>
          <p:cNvPr id="47" name="">
            <a:extLst xmlns:a="http://schemas.openxmlformats.org/drawingml/2006/main">
              <a:ext uri="{FF2B5EF4-FFF2-40B4-BE49-F238E27FC236}">
                <a16:creationId xmlns:a16="http://schemas.microsoft.com/office/drawing/2014/main" id="{2E92B020-C8A5-4AEE-A031-62B59653BBAC}"/>
              </a:ext>
            </a:extLst>
          </p:cNvPr>
          <p:cNvSpPr>
            <a:spLocks xmlns:a="http://schemas.openxmlformats.org/drawingml/2006/main" noGrp="1"/>
          </p:cNvSpPr>
          <p:nvPr/>
        </p:nvSpPr>
        <p:spPr>
          <a:xfrm xmlns:a="http://schemas.openxmlformats.org/drawingml/2006/main">
            <a:off x="3924300" y="5048250"/>
            <a:ext cx="14668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Visibility</a:t>
            </a:r>
          </a:p>
        </p:txBody>
      </p:sp>
      <p:sp>
        <p:nvSpPr>
          <p:cNvPr id="48" name="">
            <a:extLst xmlns:a="http://schemas.openxmlformats.org/drawingml/2006/main">
              <a:ext uri="{FF2B5EF4-FFF2-40B4-BE49-F238E27FC236}">
                <a16:creationId xmlns:a16="http://schemas.microsoft.com/office/drawing/2014/main" id="{5CA65EB4-D62E-41EB-8DD1-B4B18DA412E0}"/>
              </a:ext>
            </a:extLst>
          </p:cNvPr>
          <p:cNvSpPr>
            <a:spLocks xmlns:a="http://schemas.openxmlformats.org/drawingml/2006/main" noGrp="1"/>
          </p:cNvSpPr>
          <p:nvPr/>
        </p:nvSpPr>
        <p:spPr>
          <a:xfrm xmlns:a="http://schemas.openxmlformats.org/drawingml/2006/main">
            <a:off x="5543550" y="5048250"/>
            <a:ext cx="15144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Gợi ý đúng thời điểm</a:t>
            </a:r>
          </a:p>
        </p:txBody>
      </p:sp>
      <p:sp>
        <p:nvSpPr>
          <p:cNvPr id="49" name="">
            <a:extLst xmlns:a="http://schemas.openxmlformats.org/drawingml/2006/main">
              <a:ext uri="{FF2B5EF4-FFF2-40B4-BE49-F238E27FC236}">
                <a16:creationId xmlns:a16="http://schemas.microsoft.com/office/drawing/2014/main" id="{153AC43D-949C-4756-A317-A8B744C0FA31}"/>
              </a:ext>
            </a:extLst>
          </p:cNvPr>
          <p:cNvSpPr>
            <a:spLocks xmlns:a="http://schemas.openxmlformats.org/drawingml/2006/main" noGrp="1"/>
          </p:cNvSpPr>
          <p:nvPr/>
        </p:nvSpPr>
        <p:spPr>
          <a:xfrm xmlns:a="http://schemas.openxmlformats.org/drawingml/2006/main">
            <a:off x="7210425" y="5048250"/>
            <a:ext cx="14001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38" b="0">
                <a:solidFill>
                  <a:srgbClr val="334155"/>
                </a:solidFill>
              </a:defRPr>
            </a:pPr>
            <a:r>
              <a:rPr sz="938" b="0">
                <a:solidFill>
                  <a:srgbClr val="334155"/>
                </a:solidFill>
              </a:rPr>
              <a:t>Tập trung nhanh hơn</a:t>
            </a:r>
          </a:p>
        </p:txBody>
      </p:sp>
    </p:spTree>
    <p:extLst>
      <p:ext uri="{BB962C8B-B14F-4D97-AF65-F5344CB8AC3E}">
        <p14:creationId xmlns:p14="http://schemas.microsoft.com/office/powerpoint/2010/main" val="2954653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2026-07-07T10:07:03.4550000Z</dcterms:created>
  <dcterms:modified xsi:type="dcterms:W3CDTF">2026-07-07T10:07:03.4550000Z</dcterms:modified>
</coreProperties>
</file>